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f165fd13a4abb" /><Relationship Type="http://schemas.openxmlformats.org/officeDocument/2006/relationships/extended-properties" Target="/docProps/app.xml" Id="Ra96c7df7a9a34721" /><Relationship Type="http://schemas.openxmlformats.org/officeDocument/2006/relationships/officeDocument" Target="/ppt/presentation.xml" Id="Rb97b21acaf0040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49ec0e29d24606"/>
  </p:sldMasterIdLst>
  <p:notesMasterIdLst>
    <p:notesMasterId xmlns:r="http://schemas.openxmlformats.org/officeDocument/2006/relationships" r:id="R49bc8fcd22794f1f"/>
  </p:notesMasterIdLst>
  <p:sldIdLst>
    <p:sldId xmlns:r="http://schemas.openxmlformats.org/officeDocument/2006/relationships" id="256" r:id="Rd9826ba005e84245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cd5e63cf1d4f6f" /><Relationship Type="http://schemas.openxmlformats.org/officeDocument/2006/relationships/slideMaster" Target="/ppt/slideMasters/slideMaster1.xml" Id="R5e49ec0e29d24606" /><Relationship Type="http://schemas.openxmlformats.org/officeDocument/2006/relationships/notesMaster" Target="/ppt/notesMasters/notesMaster1.xml" Id="R49bc8fcd22794f1f" /><Relationship Type="http://schemas.openxmlformats.org/officeDocument/2006/relationships/presProps" Target="/ppt/presProps.xml" Id="Rc0324944739c4b97" /><Relationship Type="http://schemas.openxmlformats.org/officeDocument/2006/relationships/tableStyles" Target="/ppt/tableStyles.xml" Id="Ra59c1a6e80e24f2d" /><Relationship Type="http://schemas.openxmlformats.org/officeDocument/2006/relationships/slide" Target="/ppt/slides/slide1.xml" Id="Rd9826ba005e8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21286bc222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ac9c30c0f34cee" /><Relationship Type="http://schemas.openxmlformats.org/officeDocument/2006/relationships/notesMaster" Target="/ppt/notesMasters/notesMaster1.xml" Id="Ra94edf26c920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f9df102dc49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6327357e543f4" /><Relationship Type="http://schemas.openxmlformats.org/officeDocument/2006/relationships/slideLayout" Target="/ppt/slideLayouts/slideLayout1.xml" Id="Rdafcc17003364e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cc17003364e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28a9fb37040c4" /><Relationship Type="http://schemas.openxmlformats.org/officeDocument/2006/relationships/notesSlide" Target="/ppt/notesSlides/notesSlide1.xml" Id="Rc2d5dd309c5c4c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D0318D0-2299-4819-8CF0-1EB48006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A7DF623-B19B-4742-BE00-FA0F0DFC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BAF33BC6-440D-4DDA-8AAC-9026761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Transparent observational cohort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0486F20E-1451-4045-B20C-4B0B834E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33C8EA89-9CB5-48A3-A4B1-2534B49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304D4F51-D909-4121-BF9A-E1E8FBE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EA58084C-727A-4F50-ABB5-248C7CC4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34762991-7B06-41D4-BBE3-12397469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B2F885D1-507E-46AC-BAC8-E4838D3F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B24280FA-6FC9-498A-A93C-0EB05AB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E79A544E-014F-4E31-8546-E9C8E2A6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eligible participants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B2511592-77EC-4970-B504-7BEC543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1D7CF1BF-56EF-4937-BE48-8BD0C08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outcome events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5E994733-D39F-4587-A80A-9035EBF3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465889DE-8D00-4B12-8C44-8C3F8E2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sensitivity models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7A60A79-3065-4B21-976B-64C9DEE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Clinical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98BAA36A-1360-441A-89B6-D796D831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10E6F2A-425C-43E5-9322-78441E8C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C9876C7E-5F64-4209-AC36-3D5BD351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BCEC0307-C407-4FDF-AB80-A21E7BEB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Cohort construction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B90FA906-37F0-4E6B-81FF-0FD0B305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83183853-A181-4450-8ECE-EBCABF50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3358C186-6DF9-4528-8721-86569172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1F055E3E-FC7B-4550-90F1-4FAB6B78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Define source population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3DBB1AC8-170B-4C08-99BD-56CDAD8E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5DE2F821-3E86-477A-8BD1-F2C7E37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C0C4951A-2E28-4377-B22A-1C8B081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Apply eligibility criteria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2458D583-3602-4B5F-B88C-4CC53AB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24D23F7F-E500-48AA-B39F-864BAA0F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93EB09B7-CA3E-42FD-85DA-EFDFC6C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Specify exposure and outcome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9E001067-C41B-46FF-8E3D-C81CD34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69E61DDD-9EF6-4F77-8DE3-E060F930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9E056F74-B5AE-46A3-B9FE-13A61394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Fit adjusted models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C3259FE9-A1BA-4E49-802E-ED7AB677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FAD01DE2-C21A-4404-8A4F-28D170A7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COHORT ACCOUNTING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18C5BF63-20AA-4D52-86F3-09F6D039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42D65458-7948-48C2-84BA-424D33BD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0F35A934-2692-4CB0-9CA5-9B53EC8D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Eligibility and follow-up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91394CA4-1AF6-4DDF-8F63-05C018B0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AC70B01A-D815-4969-87F0-BC44B49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780746A4-0752-48A6-9E08-2A8D2F97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19DA70F8-5172-47ED-88EF-733EF47A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cohort flow diagram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8117B8CE-13C7-438B-BE40-4CABC17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Cohort Flow Diagram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49056B1C-A658-46DF-8DCC-B7D6B227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84425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29F98A8C-249B-4DD2-ADA1-9A6A2AA3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7D432181-AA67-4860-8162-8CE7115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Place the single most important result here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1DAC0185-0302-4392-AD5A-AFACA2C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Explain what the result means for the audience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A6C18C47-3DBA-407F-8EB9-FADFF16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132A95B7-8011-418F-8D62-2A53F01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Adjusted primary outcome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648CE281-ED8E-4017-AD4D-785BAAF7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249D21AF-2D6A-4636-B2C7-2C18CD09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8D4DD7B5-6C16-4E02-A515-894A3ADE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D09EFCA8-BC00-4E01-B09C-77024EB2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adjusted outcome plot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011EF613-96C0-45D6-A8F2-FA8FC87A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Adjusted Outcome Plot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DD1F3434-4094-490D-B0A6-EDCC608E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31300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382DD71D-D05A-4CAE-A637-28D4BCA8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Bias and sensitivity checks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F29E37C7-08D4-4818-B793-186AE31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00B61EEE-CD7A-4EAD-9971-3C79C2B6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2ED4630B-4A48-40EE-BAA6-9CDC3840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BDBA273D-9FE5-4A1C-ABDD-F2AB4BD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188F62ED-134B-4DBB-8F65-B89E04F5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6DF91B0B-4D9A-43AA-B66B-943CC94B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D03A4BC6-37B2-4E6B-9EA0-10B5B7E9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Effect estimates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ED66EE5A-75F2-4BD0-84B7-D05BC389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4023AA67-315A-422B-8C4C-D2DFA4AA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F68F8391-72A1-4440-97DD-52772918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89B984C9-28E4-41EF-A332-D3CC1BE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CDBC801E-9407-4683-A2F1-1EC9995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9295D1F5-B460-4C17-93CC-21DBFFDC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328C71A7-3FCA-4573-BEAF-F546E7BB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82AA1A5F-7A16-4B05-A2C1-F4302584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AB5C6B5B-D72D-44EF-B4B0-7BB2B2B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AD61BA92-C5C1-4720-AB7A-17AF0917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A03BA320-CE8F-4279-A6FF-7CB393F1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baseline characteristics visual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B72936EE-20FE-4E34-A3C4-4BB22EF6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Baseline Characteristics Visual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8D9F0E9F-62CE-445F-9E5B-2F497DF4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8767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19C77585-29EE-4BA2-87CE-0596DEA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Subgroups and robustness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4C851800-787A-4918-B3E6-B318B61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0A9B6437-F09A-4E44-A513-A3E8328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3818DE1D-8C88-4A0C-81E8-D6BC294B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D02D81A8-77FB-4414-960D-E8FA9705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sensitivity analysis plot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45CB9097-7552-4ABD-8C58-9E1650E9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Sensitivity Analysis Plot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BFC561D6-FE98-4D34-83F4-AAACC75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6492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1DD66217-388E-48CD-BF74-7BF7D4D3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and limitations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88636836-8075-490E-BE21-30EC9D7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B23442A1-D218-4B41-9B93-FF238F32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E9AD1993-70CA-4421-91A1-C34A70D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D442AB12-68AE-4599-9AA9-818F46FA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718E266C-26D0-42DC-B237-A9B51F8E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32A7719-DFA9-4D0B-9CCC-8BD3134E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1914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64AD449A-E47C-471E-BBBD-E0F319C0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295941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8B44C"/>
                </a:solidFill>
              </a:defRPr>
            </a:pPr>
            <a:r>
              <a:rPr sz="1800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E9C778AA-573F-418A-B60C-2DB7D7EA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95941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>
                    <a:alpha val="38000"/>
                  </a:srgbClr>
                </a:solidFill>
              </a:defRPr>
            </a:pPr>
            <a:r>
              <a:rPr sz="1800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54786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2026-08-10T04:09:56.0270000Z</dcterms:created>
  <dcterms:modified xsi:type="dcterms:W3CDTF">2026-08-10T04:09:56.0270000Z</dcterms:modified>
</coreProperties>
</file>