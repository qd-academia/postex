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dbfbfb8fb4134" /><Relationship Type="http://schemas.openxmlformats.org/officeDocument/2006/relationships/extended-properties" Target="/docProps/app.xml" Id="Rc002791ff1c7429f" /><Relationship Type="http://schemas.openxmlformats.org/officeDocument/2006/relationships/officeDocument" Target="/ppt/presentation.xml" Id="R8282e4b3f9104d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c03b2340b4018"/>
  </p:sldMasterIdLst>
  <p:notesMasterIdLst>
    <p:notesMasterId xmlns:r="http://schemas.openxmlformats.org/officeDocument/2006/relationships" r:id="R04f9e63887e44ff0"/>
  </p:notesMasterIdLst>
  <p:sldIdLst>
    <p:sldId xmlns:r="http://schemas.openxmlformats.org/officeDocument/2006/relationships" id="256" r:id="R6ee3820b644840b2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10a350af5245d0" /><Relationship Type="http://schemas.openxmlformats.org/officeDocument/2006/relationships/slideMaster" Target="/ppt/slideMasters/slideMaster1.xml" Id="R029c03b2340b4018" /><Relationship Type="http://schemas.openxmlformats.org/officeDocument/2006/relationships/notesMaster" Target="/ppt/notesMasters/notesMaster1.xml" Id="R04f9e63887e44ff0" /><Relationship Type="http://schemas.openxmlformats.org/officeDocument/2006/relationships/presProps" Target="/ppt/presProps.xml" Id="R373872c8385e4bb5" /><Relationship Type="http://schemas.openxmlformats.org/officeDocument/2006/relationships/tableStyles" Target="/ppt/tableStyles.xml" Id="Rb28362a7a58f4b41" /><Relationship Type="http://schemas.openxmlformats.org/officeDocument/2006/relationships/slide" Target="/ppt/slides/slide1.xml" Id="R6ee3820b6448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2b658f82b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02a52d73c249d4" /><Relationship Type="http://schemas.openxmlformats.org/officeDocument/2006/relationships/notesMaster" Target="/ppt/notesMasters/notesMaster1.xml" Id="R7608caee20384e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af7c442a1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f6d5ad3964bb9" /><Relationship Type="http://schemas.openxmlformats.org/officeDocument/2006/relationships/slideLayout" Target="/ppt/slideLayouts/slideLayout1.xml" Id="R1da0784496c642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0784496c642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9c83be7954f7b" /><Relationship Type="http://schemas.openxmlformats.org/officeDocument/2006/relationships/notesSlide" Target="/ppt/notesSlides/notesSlide1.xml" Id="R1f6f9bba120743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E8EF257-6732-4187-8728-D4D901F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D1852F0-0667-473F-9FEA-54F42119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85BFA75A-B968-4AC0-AEC3-EB8F7D9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Evidence-traceable bioinformatics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F96D5051-D0E1-4964-8DDC-4FA11390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25ED812E-4298-461C-9EF3-4C21AA14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8FA"/>
                </a:solidFill>
              </a:defRPr>
            </a:pPr>
            <a:r>
              <a:rPr sz="2230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C6E90908-16BC-4F5C-AA52-1276A43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8B44C"/>
                </a:solidFill>
              </a:defRPr>
            </a:pPr>
            <a:r>
              <a:rPr sz="1999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288FE6FC-8B91-41A4-977C-087947F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FACAF53D-4D7E-476E-A257-135A644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0F5F73"/>
                </a:solidFill>
              </a:defRPr>
            </a:pPr>
            <a:r>
              <a:rPr sz="2076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3E77800F-4FC4-4262-BDE1-F3CB6562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0656C53C-17ED-4A4E-A18A-45B205D9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1E6C0B5A-5CA4-41FF-B587-7026124B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33429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signature features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AA7AFA3-BCF3-423F-9D0F-9B49ECC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CA9B0B57-9FD1-4AEB-9E92-CE1B2EE9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33429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discovery samples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3E913EBF-0740-496D-9A19-6615742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280EA751-7ECA-4C56-9788-F0BD36E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33429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validation cohorts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EC089E0-7F47-4C64-B046-63DB53AB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Research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B506CDC1-C6F0-4536-A9C9-1282C4A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57F753F-1257-4D3C-A9B1-880252D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43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State the biological or clinical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08208101-9C55-437B-BD5E-5683BAC9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0F49C46B-2ED3-4238-85F6-4D01F7D7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Analysis pipeline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F7C567F8-2C15-453C-9185-63502F3A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96E4DCBF-1EDA-4ED1-A053-A394EC3C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AEB266DA-0D3E-4856-B04B-E2F00537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BF2C1621-BA8D-4043-A4EA-8F12F101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Input biomarkers or features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C343C1E2-3E97-4D7B-AD3F-057145E2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B6627B13-D707-4EF0-876C-8C371049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B82A3FBE-FF86-4560-98F3-04C536F9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Feature selection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3E620B57-7E1B-4EB7-81DB-216497D4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1DEA2DB3-0845-454A-97B7-51A0BA8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84B70C6D-AE5F-4B1B-9F52-46582DE6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Model construction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51EBAE2F-49C4-4305-863E-4069118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C5FAE99A-AF13-45FE-9230-705E27E2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3C313228-E501-4EC6-A6AE-684465EB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Independent validation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4C7A70BE-8F03-43B5-B6DC-196D32B7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E13834D2-64F7-40A9-BF87-FB6CCE3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0F5F73"/>
                </a:solidFill>
              </a:defRPr>
            </a:pPr>
            <a:r>
              <a:rPr sz="2230" b="1">
                <a:solidFill>
                  <a:srgbClr val="0F5F73"/>
                </a:solidFill>
              </a:rPr>
              <a:t>DATA FOUNDATION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225A5A68-2D80-4257-B823-DE0785DB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Discovery cohort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Training and test split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External validation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Orthogonal validation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510216A-EADD-45AC-B429-F3E20600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7B95A64E-5055-4A1A-B583-D09D50B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From features to signature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01CA6944-76A1-4ACD-ADB5-4D88C5B5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EE75856C-0F65-4DB8-A918-93D2A0A7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DF3F5D53-07BD-4483-95ED-25E6621C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oundRect">
            <a:avLst>
              <a:gd name="adj" fmla="val 78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AC5BD0CF-9927-4532-BF7C-1E53846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324" y="24593017"/>
            <a:ext cx="10743284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F689B21A-3618-4A26-8E58-2A983FB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AD4DE64F-E249-4C2A-8EC5-6BAEE84D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195047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AD3764AD-E723-4E6B-BBF5-61F80E23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A7CB2362-087C-42B7-B173-502FBE6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102A43"/>
                </a:solidFill>
              </a:defRPr>
            </a:pPr>
            <a:r>
              <a:rPr sz="4230" b="1">
                <a:solidFill>
                  <a:srgbClr val="102A43"/>
                </a:solidFill>
              </a:rPr>
              <a:t>Place the single most important result here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DD51CA4F-084F-4C34-81BA-965970D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102A43"/>
                </a:solidFill>
              </a:defRPr>
            </a:pPr>
            <a:r>
              <a:rPr sz="2461" b="1">
                <a:solidFill>
                  <a:srgbClr val="102A43"/>
                </a:solidFill>
              </a:rPr>
              <a:t>Explain what the result means for the audience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1D1CBEB7-6B44-4358-AD43-07127DFB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5AD37026-515C-4AB3-BC60-C46FB12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Primary performance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10843A29-246A-4EDD-8A22-68AB8B1A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46EC079F-7736-41C5-88C5-BDFB1CD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AEBB028A-BE28-4A5A-9BD1-280DBFB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oundRect">
            <a:avLst>
              <a:gd name="adj" fmla="val 59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8A19EBE0-D5BA-4CFD-93C0-38E2354B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601" y="16593814"/>
            <a:ext cx="12843108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41273D8A-4092-4A3A-A217-2FE2D717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F202A2E0-0539-4BC1-A7F1-932BA93E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23201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A9808795-6458-4FF4-AEAF-659EA653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Independent and external validation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3E87ED33-557E-491A-8030-22868B7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75D6BF79-823B-400C-A220-DCE5634A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1FA322F6-2B5A-4E76-9096-A4E44419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Negative or inconsistent findings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6D219022-86A0-4176-8998-BAA878F4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9DEEB926-9010-4710-8577-A7EC785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5E7BA41A-CFF3-4F50-8FBB-B781DFE9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Primary performance statistic or calibrated model comparison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3F050D49-7224-437F-8271-C9BD79C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Biological interpretation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7CEC753D-3D8E-4614-B978-5D3DDB1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400F8203-B532-4B6C-B972-0C1BA783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C39A54F2-67CA-4917-AE92-EF4DA536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9402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program or pathway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13F7A0F1-A43F-400A-B000-74C4D8A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Effect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2FECD301-E8F5-41C9-9D0D-7973D5E3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9402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program or pathway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91BB219D-19AC-4F5D-9543-77EEB655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Effect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5342B2A3-6708-4596-9BCC-16BA76F5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9402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program or pathway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27DEE4CA-E140-448F-A991-3D49C29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Evidence: biological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4CDB5DCA-EE57-4FD5-B5B2-1D461E2E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6A79DE85-412F-4E61-8286-BB63C38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oundRect">
            <a:avLst>
              <a:gd name="adj" fmla="val 11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8D39F215-EF07-4413-A611-6734251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5701" y="13099017"/>
            <a:ext cx="12882175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AF7F3A15-93D9-4978-91E4-D0704FA7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27574BF0-C3A7-42AF-B7C4-56770436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44255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2FB44B95-0149-4187-8854-5C36D831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Orthogonal validation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54538299-84B5-4EDA-B0AD-52EFDAD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9C2C2F45-8547-4841-B20C-2ADA5BA2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F4EB6BC2-FE49-4202-A25A-D54E60F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oundRect">
            <a:avLst>
              <a:gd name="adj" fmla="val 11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58C9E67F-5F5D-4A53-A985-10CCE6B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5701" y="22159602"/>
            <a:ext cx="12882175" cy="93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68" b="1">
                <a:solidFill>
                  <a:srgbClr val="2C8C99"/>
                </a:solidFill>
              </a:defRPr>
            </a:pPr>
            <a:r>
              <a:rPr sz="2768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4AC33B00-E29A-4F7C-8D20-4C6BC7B0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9959498F-DE75-4F52-BD8A-BE692C2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60164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00924B8D-05EA-4866-B32F-73327A7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Conclusion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6B9ECC58-1A8C-493C-A488-21C0C43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740FB02A-F61F-4B90-AA28-680C72A9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5074A9B5-5FB9-4428-BC16-C6419015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80BB9896-CCCE-44FC-9482-821C9B1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 i="1">
                <a:solidFill>
                  <a:srgbClr val="2C8C99"/>
                </a:solidFill>
              </a:defRPr>
            </a:pPr>
            <a:r>
              <a:rPr sz="1923" i="1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C73C2881-8F4C-4427-8A56-FB48FCC7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5B369D5-2801-4F21-9824-AABDD422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2929986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C6E10EB2-4C63-4921-B0DB-76EEA34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1861" y="32172843"/>
            <a:ext cx="12012945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23" b="1">
                <a:solidFill>
                  <a:srgbClr val="E8B44C"/>
                </a:solidFill>
              </a:defRPr>
            </a:pPr>
            <a:r>
              <a:rPr sz="1923" b="1">
                <a:solidFill>
                  <a:srgbClr val="E8B44C"/>
                </a:solidFill>
              </a:rPr>
              <a:t>Approval status · scientific colors locked</a:t>
            </a:r>
          </a:p>
        </p:txBody>
      </p:sp>
    </p:spTree>
    <p:extLst>
      <p:ext uri="{BB962C8B-B14F-4D97-AF65-F5344CB8AC3E}">
        <p14:creationId xmlns:p14="http://schemas.microsoft.com/office/powerpoint/2010/main" val="624803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2026-08-07T03:58:48.3920000Z</dcterms:created>
  <dcterms:modified xsi:type="dcterms:W3CDTF">2026-08-07T03:58:48.3920000Z</dcterms:modified>
</coreProperties>
</file>