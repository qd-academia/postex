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439d44db7744d9" /><Relationship Type="http://schemas.openxmlformats.org/officeDocument/2006/relationships/extended-properties" Target="/docProps/app.xml" Id="R1730567b2421459d" /><Relationship Type="http://schemas.openxmlformats.org/officeDocument/2006/relationships/officeDocument" Target="/ppt/presentation.xml" Id="R0e4d90d7c3464a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08a67400824c27"/>
  </p:sldMasterIdLst>
  <p:notesMasterIdLst>
    <p:notesMasterId xmlns:r="http://schemas.openxmlformats.org/officeDocument/2006/relationships" r:id="Rf40db608368f4b02"/>
  </p:notesMasterIdLst>
  <p:sldIdLst>
    <p:sldId xmlns:r="http://schemas.openxmlformats.org/officeDocument/2006/relationships" id="256" r:id="R3a91c512838b4908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d2644bf9094b16" /><Relationship Type="http://schemas.openxmlformats.org/officeDocument/2006/relationships/slideMaster" Target="/ppt/slideMasters/slideMaster1.xml" Id="R5408a67400824c27" /><Relationship Type="http://schemas.openxmlformats.org/officeDocument/2006/relationships/notesMaster" Target="/ppt/notesMasters/notesMaster1.xml" Id="Rf40db608368f4b02" /><Relationship Type="http://schemas.openxmlformats.org/officeDocument/2006/relationships/presProps" Target="/ppt/presProps.xml" Id="R03b27a3ca55d43c0" /><Relationship Type="http://schemas.openxmlformats.org/officeDocument/2006/relationships/tableStyles" Target="/ppt/tableStyles.xml" Id="R9b62ecc270614a54" /><Relationship Type="http://schemas.openxmlformats.org/officeDocument/2006/relationships/slide" Target="/ppt/slides/slide1.xml" Id="R3a91c512838b49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b4d8b3492f43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4f682e63314745" /><Relationship Type="http://schemas.openxmlformats.org/officeDocument/2006/relationships/notesMaster" Target="/ppt/notesMasters/notesMaster1.xml" Id="R4f9a37bfd46b48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PostEx official template asset; CC BY 4.0</a:t>
            </a:r>
          </a:p>
          <a:p xmlns:a="http://schemas.openxmlformats.org/drawingml/2006/main">
            <a:r>
              <a:t>- No third-party logo or scientific figure is embedded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ecabef5fc42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be596a3d33499b" /><Relationship Type="http://schemas.openxmlformats.org/officeDocument/2006/relationships/slideLayout" Target="/ppt/slideLayouts/slideLayout1.xml" Id="R258730d02d8a40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730d02d8a40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a3266a8e340a1" /><Relationship Type="http://schemas.openxmlformats.org/officeDocument/2006/relationships/notesSlide" Target="/ppt/notesSlides/notesSlide1.xml" Id="Rb23ec2dc09d148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1E08EFF-B9A2-442B-96F2-692478CE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46A0B9D-2726-4ABB-B043-B228969D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B6ED5C51-39D2-484D-8DCB-F7645C89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Evidence-traceable bioinformatics poster title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E7A093AE-9508-47E9-AFBD-E0B318A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Author names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EB8CD483-6527-4651-85DA-9EED18A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Institutions and collaborating centers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949B8C68-3E26-4250-B1EA-CC335F37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Journal or conference · DOI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BAD2772B-E5B8-4AFC-BD23-63C3CEE2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1838BCA7-127F-4A7D-9A9B-2EA13B65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07676A7E-4BC4-4BCD-9006-23D6733D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0BE4D400-0AF6-477C-96E8-B83655AB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N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9DACED58-5A63-45CD-9910-F08666C1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primary observations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63DE6165-53BA-4733-965F-1DDA275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N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80280C05-01A4-41DE-8F8C-2292A7EE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analysis samples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D7D0DF91-6EF1-4339-AAC5-2CA30240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N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B89DA621-120E-4DE1-A5FB-E9BE9CCB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validation units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D4F558D-8596-42C3-BF5F-FA30D47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Biological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F8BE8720-BF4D-4A74-93FA-A5A53DFF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69B40EFF-33A7-4F3C-ADE2-D03CA043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State the scientific question in two concise sentences.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1DE59499-D57F-4CE0-8587-B7854791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source page or section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596648E0-7752-4671-A07A-1944FA3E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Analysis pipeline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4245FF24-F6DF-4EAF-9C99-907D4110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6004F4AC-B8F9-4A82-90DB-7787B4A9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CA38B435-3D3D-46D6-A1C8-6376A7FA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E531F8F9-4B4D-406C-B680-347CBCEC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Input biomarkers or features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9CFDD9E3-08FF-48BB-87D0-66792135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28D32A8D-FCD8-43EB-B55A-34D3C466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0AA73FDC-CB2A-44FC-A262-139FAD59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Feature selection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F7ABFA50-2554-4809-A453-72B3EB6B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5BAD18AB-6E20-47D6-9B3D-60C72E5F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AAC76AB7-6926-4337-9F2B-0CAD521E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Model construction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B1F82A49-040F-4A80-9DF9-80229FC1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0640E183-7548-4313-B8B4-2738F58C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C594AE63-6EAB-4365-B40B-464ABD45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Independent validation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ACB8F028-9632-4210-82E4-3A9FEF20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6124E1A2-E473-450F-BC1E-603EB83E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DATA FOUNDATION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72463858-A888-430D-9BD4-B0F56495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Discovery set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Primary analysis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Validation set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Sensitivity analysis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3345E8F5-1811-4976-A262-541F5345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methods and dataset table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ED2C3831-F041-4B04-9DE7-3646B8E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From features to signature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5DE654A6-F559-483B-A255-8E393EBA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FFA328DC-C2A5-4BFD-A954-18D62D2A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A179070D-195A-48AF-A760-EF72188E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E5D54BC4-0527-46A6-B495-DA00D326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C3C4A98C-72A2-4D60-96C9-0F0D990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Scientific Figure caption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089E4736-C7F3-48E9-98F4-5F22941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84425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D828AF16-2CD8-4129-B92E-33A43687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3BD54D28-271C-47BB-8D58-D26A8B4D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Place the single most important result here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47BA98CB-C8ED-4D65-9A03-3B1CC663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Explain what the result means for the audience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CC07AD53-D354-4DCB-AA56-41CAB6F9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 section and figure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943D1581-EE2E-482A-88C8-413A28B5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Primary result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D08272D6-C90D-4054-B761-218BD2C9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44F9C3B8-0998-471F-9F45-01AE56E6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D72535EC-2E2E-4387-BC4A-84EED8D7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C1C09EEF-C2BE-4FA8-96C2-C033174E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8949739B-DD28-486D-ADD0-4A8B0877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Scientific Figure caption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BD3757B9-D6D0-4D4C-A74D-4594119E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31300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FE1EDA65-7955-4DFF-BBD1-81B527CA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Robustness and validation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B57A55CC-16BB-4D8F-A9DA-A429800F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E4D133A7-2802-474F-9666-8357339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18C752FC-8798-43AF-A881-51B9CA8E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Primary adjusted result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validation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Negative findings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Interpretation boundary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D691B81D-AA7F-4D71-83CA-19331A35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 pages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DE1851A2-0ED3-4517-BD6C-9E0D2550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8ACFB10D-AF73-4BB3-95D0-B8028233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Primary estimate · uncertainty · validation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EA99421B-1343-4716-991B-20EC14C8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Biological interpretation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634652ED-62AA-453E-91F2-38E9DEC0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401E7E80-BEC7-4C05-8919-C40DC610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Effect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B8C92D14-F49C-4030-94CC-FC1D4053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primary estimate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AA6FD9BF-1D1B-4075-BCA0-37B42515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95% CI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DC377F94-750B-4BB5-9675-3B2AF99B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uncertainty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9CDB212F-22A3-4509-852C-A3D1914E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P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13006DB5-114C-4635-B85B-A499265E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robustness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7BB8293C-7397-45E7-9707-EE764757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supporting analysis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E20899C6-B8F1-40AF-AA47-89F1161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34DABA95-2286-485B-B898-1381A3B9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CAA787F1-2059-432E-9358-A6F1E7C1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F77185A9-0B18-4877-A2DE-EEBF516F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Scientific Figure caption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DF046C1D-F2AE-4D6E-BC75-936C8D9A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8767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5BD50F88-10DB-4F5E-BFA0-44860429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Orthogonal validation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51F03A87-6C97-4DAA-8B0E-21244887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563E22B7-2E92-4EDA-ACAC-105A50F8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57225AA9-5849-4F21-93A9-A2B9F85A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AA8BBC2F-0B0C-44AF-8C21-B223A69E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645336D8-1BDA-47B0-932C-CB08D3B6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Scientific Figure caption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163661C4-F91D-4F1D-9A03-23D57CBE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6492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6A18CE07-D9FC-4A1B-A999-F4C62921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Conclusion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F72F056C-EEFE-4A9E-ADD4-08D43C7A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9877FC49-BA3A-4874-9734-7933C3ED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5255D97C-3B9B-436F-B0E8-755514C7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State the supported conclusion and retain the most important limitation.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B55F38AB-FDF7-4764-978F-C12C734B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discussion and conclusion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9AD06EA-C229-499E-AF57-83DCFB74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CAF6C88-A87C-4009-90C1-F3462F24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1914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Source citation · content mode · asset license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F4946043-8343-4EE1-92B1-9D02A77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295941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8B44C"/>
                </a:solidFill>
              </a:defRPr>
            </a:pPr>
            <a:r>
              <a:rPr sz="1800" b="1">
                <a:solidFill>
                  <a:srgbClr val="E8B44C"/>
                </a:solidFill>
              </a:rPr>
              <a:t>Approvals current · scientific colors locked</a:t>
            </a:r>
          </a:p>
        </p:txBody>
      </p:sp>
      <p:sp>
        <p:nvSpPr>
          <p:cNvPr id="92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0E3D36BE-813F-49D9-9E92-4EA1ED67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95941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>
                    <a:alpha val="38000"/>
                  </a:srgbClr>
                </a:solidFill>
              </a:defRPr>
            </a:pPr>
            <a:r>
              <a:rPr sz="1800" b="1">
                <a:solidFill>
                  <a:srgbClr val="FFFFFF">
                    <a:alpha val="38000"/>
                  </a:srgbClr>
                </a:solidFill>
              </a:rPr>
              <a:t>Made with PostEx™ · PX-00000000</a:t>
            </a:r>
          </a:p>
        </p:txBody>
      </p:sp>
    </p:spTree>
    <p:extLst>
      <p:ext uri="{BB962C8B-B14F-4D97-AF65-F5344CB8AC3E}">
        <p14:creationId xmlns:p14="http://schemas.microsoft.com/office/powerpoint/2010/main" val="461850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2026-08-10T04:09:16.7080000Z</dcterms:created>
  <dcterms:modified xsi:type="dcterms:W3CDTF">2026-08-10T04:09:16.7080000Z</dcterms:modified>
</coreProperties>
</file>