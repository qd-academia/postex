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8f844df2b49c5" /><Relationship Type="http://schemas.openxmlformats.org/officeDocument/2006/relationships/extended-properties" Target="/docProps/app.xml" Id="Ra1911635c38644c0" /><Relationship Type="http://schemas.openxmlformats.org/officeDocument/2006/relationships/officeDocument" Target="/ppt/presentation.xml" Id="R8568d3e461d1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a2c1be2b93427f"/>
  </p:sldMasterIdLst>
  <p:notesMasterIdLst>
    <p:notesMasterId xmlns:r="http://schemas.openxmlformats.org/officeDocument/2006/relationships" r:id="R830efbd96af94828"/>
  </p:notesMasterIdLst>
  <p:sldIdLst>
    <p:sldId xmlns:r="http://schemas.openxmlformats.org/officeDocument/2006/relationships" id="256" r:id="R7c8594b5f1184451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04123bcf9413c" /><Relationship Type="http://schemas.openxmlformats.org/officeDocument/2006/relationships/slideMaster" Target="/ppt/slideMasters/slideMaster1.xml" Id="R21a2c1be2b93427f" /><Relationship Type="http://schemas.openxmlformats.org/officeDocument/2006/relationships/notesMaster" Target="/ppt/notesMasters/notesMaster1.xml" Id="R830efbd96af94828" /><Relationship Type="http://schemas.openxmlformats.org/officeDocument/2006/relationships/presProps" Target="/ppt/presProps.xml" Id="R0796778bd617437d" /><Relationship Type="http://schemas.openxmlformats.org/officeDocument/2006/relationships/tableStyles" Target="/ppt/tableStyles.xml" Id="R2892938db46c4ec0" /><Relationship Type="http://schemas.openxmlformats.org/officeDocument/2006/relationships/slide" Target="/ppt/slides/slide1.xml" Id="R7c8594b5f11844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6b0b607ac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cd4c9bd9f4243" /><Relationship Type="http://schemas.openxmlformats.org/officeDocument/2006/relationships/notesMaster" Target="/ppt/notesMasters/notesMaster1.xml" Id="R413101cc2374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2443e5f9d42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eee0a704df4a03" /><Relationship Type="http://schemas.openxmlformats.org/officeDocument/2006/relationships/slideLayout" Target="/ppt/slideLayouts/slideLayout1.xml" Id="R2f217ea9b6c240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17ea9b6c240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02a602d44432a" /><Relationship Type="http://schemas.openxmlformats.org/officeDocument/2006/relationships/notesSlide" Target="/ppt/notesSlides/notesSlide1.xml" Id="Reefd810652c343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DEF718C-4369-42C3-9230-94870D7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A011A06-D29E-4299-A424-D858D53D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2D2C7EF2-6C1F-4F4B-A36F-09A213C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Evidence-traceable bioinformatics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F4177EA1-5EEE-48A1-8970-5E1AC877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9F7BFC42-97E6-4040-B5D7-F0527AE9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8FA"/>
                </a:solidFill>
              </a:defRPr>
            </a:pPr>
            <a:r>
              <a:rPr sz="1536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7916EB56-4901-4A82-95C5-3CCB48E1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8B44C"/>
                </a:solidFill>
              </a:defRPr>
            </a:pPr>
            <a:r>
              <a:rPr sz="1377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D13DDABB-0AA3-4D2C-A2C7-60D233C6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340AC31F-DE4D-47E7-AA85-0EE872EA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0F5F73"/>
                </a:solidFill>
              </a:defRPr>
            </a:pPr>
            <a:r>
              <a:rPr sz="1430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643C1892-5742-4D89-9305-0F95E04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5705F785-F64C-47DA-8F2F-58000315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199743C-FF16-443C-9C46-B12F539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primary observations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5C5D0411-C33B-40FC-A0C2-CB8B0ACE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C580049A-1580-4F6F-9F84-FA467A86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analysis samples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EFBF3282-5E1E-46CC-B5BB-8F33B779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129CA98F-DB57-4500-A805-EBE6B6E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validation units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D78A12F-A36D-41CD-9EC5-712E542E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Biological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2EDAEFC2-6BB9-4155-A58F-C959B12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9443AC54-03F9-4E7A-ABBA-76CBA453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9CB7DE69-5512-4768-AAF2-D73EFC84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05266D9D-F7EE-4192-A215-3D5E76B2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Analysis pipeline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89DCF1D2-44A1-425B-8414-B2457EC5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C4084FCE-2302-4FE6-A1C7-C2FBE75A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80B47311-31DB-4F53-B938-EBB39DFC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AA7B41EF-5DE6-4DFB-B6FF-1812BCA0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Input biomarkers or features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740700C1-E9E0-4424-8678-14E60502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899B311C-E081-4673-A61E-5C29F89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54E4A51E-22E6-40E7-BC19-D6FD2E37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Feature selection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F7E97F92-91D3-4686-A7A7-09C30296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033FF30A-4E2C-49B2-840F-5DBEC912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068FACB-F74C-43E8-8A37-4CC807DB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Model construction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F22D7C11-895D-4A76-BDEA-710D7CAF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10B5AF13-450D-4D15-90B2-1111455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7C128205-792D-44D6-85CD-CFFE2C20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Independent validation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06BB809A-41E6-4F03-8EE4-28BBA917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8F9351BB-2EA4-4D1D-9A11-12FD956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0F5F73"/>
                </a:solidFill>
              </a:defRPr>
            </a:pPr>
            <a:r>
              <a:rPr sz="1536" b="1">
                <a:solidFill>
                  <a:srgbClr val="0F5F73"/>
                </a:solidFill>
              </a:rPr>
              <a:t>DATA FOUNDATION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AA822E70-56BF-4ACC-AE09-BD1F3AAA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145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AF22885-4DD8-43EB-AB44-0BD3455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FE0B8B09-E854-468E-87BA-0470B41D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From features to signature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881EAEE5-8E7A-485E-A759-C58909C3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18BE0210-CEC7-4D0D-AE76-05E8C056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7AE8A05A-D0C2-4B3B-88FB-A7AF337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oundRect">
            <a:avLst>
              <a:gd name="adj" fmla="val 120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01673230-BFE5-4961-B0B3-D117BAA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73" y="15975498"/>
            <a:ext cx="7411654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AB9929ED-EB5E-41DC-A03D-99FBC75B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B6E20EA0-CC36-4155-A22A-E0EE6D3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29BCA2DD-85D7-4EE8-B135-C7D1E309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B139963C-A92F-4065-8F8D-9BC93E05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102A43"/>
                </a:solidFill>
              </a:defRPr>
            </a:pPr>
            <a:r>
              <a:rPr sz="2913" b="1">
                <a:solidFill>
                  <a:srgbClr val="102A43"/>
                </a:solidFill>
              </a:rPr>
              <a:t>Place the single most important result here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34F55ADF-5C85-4919-B457-5AC20A9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102A43"/>
                </a:solidFill>
              </a:defRPr>
            </a:pPr>
            <a:r>
              <a:rPr sz="1695" b="1">
                <a:solidFill>
                  <a:srgbClr val="102A43"/>
                </a:solidFill>
              </a:rPr>
              <a:t>Explain what the result means for the audience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A7113108-FA2D-46DF-9727-CFCB269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73888FDC-4B37-4C81-96D8-7DF2E670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Primary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13C00CE2-B3B1-4CCE-B905-1BE51E5D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C2EFD8A1-2E4A-44D4-B9B6-5D65E1CF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4032D2FB-B158-4D45-8DC9-AE8B23B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oundRect">
            <a:avLst>
              <a:gd name="adj" fmla="val 9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6DDEFC75-9E53-4173-9FCF-A8BCACD1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043" y="10779257"/>
            <a:ext cx="8860295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823745CA-B9B4-425B-BD60-50B2CA4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8DC08A26-7BE1-4EF4-989B-2E3476C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7520BBA7-7765-497A-8BFF-CC7CFF11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Robustness and validation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4141BD0-45FE-4318-AF76-3C263EC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20A48C12-0321-47C0-8595-F06B0B68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B69004D1-2F99-47A1-8587-BA319124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BC18AB4E-916A-4C1A-A032-4EC55B1C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EBE8C4DB-E163-486E-81D3-090F0736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0A0545D6-E30B-4491-B598-C8451BC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96CD318A-ED16-447A-A65D-B41C428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Biological interpretation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EBA76B7D-5008-4984-BE86-17D3550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EB6324CA-F6B4-413E-B807-987AFFA9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60C449CA-A146-4450-A172-C04C54A3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9E4FDA42-8023-4A28-935E-7CF82DE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8A61C8F5-50C5-4F50-B195-BB82711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9A664E0B-8379-48C1-9226-69226893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ABDCB4D0-6B73-40C5-A65D-714B40F3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42E4D70F-C38A-4CE4-9A9E-16F7C052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DB3E60FC-9F3C-46D2-B505-9EFDF468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E681DA9E-2982-4F71-A1D4-4E996ABD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oundRect">
            <a:avLst>
              <a:gd name="adj" fmla="val 182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E5013E81-578C-4B6D-9D2F-9578FC8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155" y="8509055"/>
            <a:ext cx="8887247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44A13854-978E-4A2F-9745-3AECB91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2A96BDE4-0738-45DB-A927-2E8D07CA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46B08629-9E2D-46F2-A835-F6B14E68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Orthogonal validation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32451DCF-DBB8-48E5-9575-8E3F717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05F00D76-83AA-4A21-A069-077CAA6B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477970EC-8500-460C-B0DF-D06F84CF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oundRect">
            <a:avLst>
              <a:gd name="adj" fmla="val 173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697B1A1F-5184-4AED-8273-32DA0F89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155" y="14394765"/>
            <a:ext cx="8887247" cy="605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07" b="1">
                <a:solidFill>
                  <a:srgbClr val="2C8C99"/>
                </a:solidFill>
              </a:defRPr>
            </a:pPr>
            <a:r>
              <a:rPr sz="1907" b="1">
                <a:solidFill>
                  <a:srgbClr val="2C8C99"/>
                </a:solidFill>
              </a:rPr>
              <a:t>scientific figure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D0A5B649-846D-489E-A938-F144C4E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Scientific Figure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5910E788-56A4-42F8-B0CE-2D526497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492F0506-1185-425F-9507-46BBA8C3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Conclusion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7C051FFD-50FC-4349-8A84-36668B11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5535DEBB-8C73-4CCE-B3AA-DF2E790D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3808F4DC-69A0-46EA-93A7-0C92A1EA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9CE6D682-5F0C-4B15-BCF6-A64A990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373C93DB-435C-4B30-931C-8300E19B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7BB54CB-5F84-48D6-B596-03B37E3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3543113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C7461902-D317-4F2A-BEA4-8FE1AD7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550" y="20899315"/>
            <a:ext cx="6131459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E8B44C"/>
                </a:solidFill>
              </a:defRPr>
            </a:pPr>
            <a:r>
              <a:rPr sz="1271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99C4781E-A328-4317-9B9F-8B1A0A60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8" y="20899315"/>
            <a:ext cx="7883305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FFFFFF">
                    <a:alpha val="38000"/>
                  </a:srgbClr>
                </a:solidFill>
              </a:defRPr>
            </a:pPr>
            <a:r>
              <a:rPr sz="1271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1761065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2026-08-10T04:09:29.4030000Z</dcterms:created>
  <dcterms:modified xsi:type="dcterms:W3CDTF">2026-08-10T04:09:29.4030000Z</dcterms:modified>
</coreProperties>
</file>