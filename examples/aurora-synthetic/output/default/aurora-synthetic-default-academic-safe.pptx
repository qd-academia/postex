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e63a22bf33443b" /><Relationship Type="http://schemas.openxmlformats.org/officeDocument/2006/relationships/extended-properties" Target="/docProps/app.xml" Id="Rae6a7c5db42b4946" /><Relationship Type="http://schemas.openxmlformats.org/officeDocument/2006/relationships/officeDocument" Target="/ppt/presentation.xml" Id="R31d19f6b801448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18fe6d4c674490"/>
  </p:sldMasterIdLst>
  <p:notesMasterIdLst>
    <p:notesMasterId xmlns:r="http://schemas.openxmlformats.org/officeDocument/2006/relationships" r:id="R037c73c4cccd4ea3"/>
  </p:notesMasterIdLst>
  <p:sldIdLst>
    <p:sldId xmlns:r="http://schemas.openxmlformats.org/officeDocument/2006/relationships" id="256" r:id="R5c9386cfbcdd4d93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1dc71c6fa4457f" /><Relationship Type="http://schemas.openxmlformats.org/officeDocument/2006/relationships/slideMaster" Target="/ppt/slideMasters/slideMaster1.xml" Id="R7b18fe6d4c674490" /><Relationship Type="http://schemas.openxmlformats.org/officeDocument/2006/relationships/notesMaster" Target="/ppt/notesMasters/notesMaster1.xml" Id="R037c73c4cccd4ea3" /><Relationship Type="http://schemas.openxmlformats.org/officeDocument/2006/relationships/presProps" Target="/ppt/presProps.xml" Id="R9a9bf6bb69ee4bd3" /><Relationship Type="http://schemas.openxmlformats.org/officeDocument/2006/relationships/tableStyles" Target="/ppt/tableStyles.xml" Id="R9bf1e49787794e96" /><Relationship Type="http://schemas.openxmlformats.org/officeDocument/2006/relationships/slide" Target="/ppt/slides/slide1.xml" Id="R5c9386cfbcdd4d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020e4d831e4a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3e15f7827e4777" /><Relationship Type="http://schemas.openxmlformats.org/officeDocument/2006/relationships/notesMaster" Target="/ppt/notesMasters/notesMaster1.xml" Id="Rfe1710d66ef644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AURORA-12-synthetic-manuscript.pdf</a:t>
            </a:r>
          </a:p>
          <a:p xmlns:a="http://schemas.openxmlformats.org/drawingml/2006/main">
            <a:r>
              <a:t>- palette approval sha256:1415dde4c40a1a1652421d6bc9752898c97e4d046e43bf53cdaf31b3423f096d</a:t>
            </a:r>
          </a:p>
          <a:p xmlns:a="http://schemas.openxmlformats.org/drawingml/2006/main">
            <a:r>
              <a:t>- deletion approval sha256:b3bcfd87b6cd4cd79a8feca304aa0ef7040590c30a9ab8a7e1c04c935414a02b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9b2840b6d24b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82d083bf8e4d1f" /><Relationship Type="http://schemas.openxmlformats.org/officeDocument/2006/relationships/slideLayout" Target="/ppt/slideLayouts/slideLayout1.xml" Id="R30ea027aa9b545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ea027aa9b545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c8678fbbe4bfc" /><Relationship Type="http://schemas.openxmlformats.org/officeDocument/2006/relationships/image" Target="/ppt/media/image.png" Id="R4e19542c18024e67" /><Relationship Type="http://schemas.openxmlformats.org/officeDocument/2006/relationships/image" Target="/ppt/media/image.svg" Id="Reb458ce758034afb" /><Relationship Type="http://schemas.openxmlformats.org/officeDocument/2006/relationships/image" Target="/ppt/media/image2.png" Id="R18ca1ec79fec4c30" /><Relationship Type="http://schemas.openxmlformats.org/officeDocument/2006/relationships/image" Target="/ppt/media/image2.svg" Id="Re5a5c17e69524412" /><Relationship Type="http://schemas.openxmlformats.org/officeDocument/2006/relationships/image" Target="/ppt/media/image3.png" Id="Rf0e73b21c8f94f46" /><Relationship Type="http://schemas.openxmlformats.org/officeDocument/2006/relationships/image" Target="/ppt/media/image3.svg" Id="R5a2ce9703184438f" /><Relationship Type="http://schemas.openxmlformats.org/officeDocument/2006/relationships/image" Target="/ppt/media/image4.png" Id="R97f04a6d2fd247a2" /><Relationship Type="http://schemas.openxmlformats.org/officeDocument/2006/relationships/image" Target="/ppt/media/image4.svg" Id="R86dfd18e29a94162" /><Relationship Type="http://schemas.openxmlformats.org/officeDocument/2006/relationships/notesSlide" Target="/ppt/notesSlides/notesSlide1.xml" Id="Ra6a2881a9e0b430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header-band">
            <a:extLst xmlns:a="http://schemas.openxmlformats.org/drawingml/2006/main">
              <a:ext uri="{FF2B5EF4-FFF2-40B4-BE49-F238E27FC236}">
                <a16:creationId xmlns:a16="http://schemas.microsoft.com/office/drawing/2014/main" id="{711B5F54-A6C8-4516-8460-DFE797A3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80E82011-A904-40D5-9670-008AA597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C9030267-55CF-450F-852B-5D0F474B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AURORA-12</a:t>
            </a:r>
          </a:p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 fully synthetic benchmark for evidence-linked poster generation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68105D84-F0AE-4BF0-9601-288B9A47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PostEx Synthetic Research Collective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0CCDEE52-EF52-4973-A021-4D70A9DD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8FA"/>
                </a:solidFill>
              </a:defRPr>
            </a:pPr>
            <a:r>
              <a:rPr sz="2175">
                <a:solidFill>
                  <a:srgbClr val="F6F8FA"/>
                </a:solidFill>
              </a:rPr>
              <a:t>Fictional Methods Laboratory · Example Research Campus · no real authors or institutions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D48AD543-BE79-4769-9396-0665D27D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8B44C"/>
                </a:solidFill>
              </a:defRPr>
            </a:pPr>
            <a:r>
              <a:rPr sz="1950" b="1">
                <a:solidFill>
                  <a:srgbClr val="E8B44C"/>
                </a:solidFill>
              </a:rPr>
              <a:t>POSTEX-SYNTH-2026-001 · fully synthetic · CC0-1.0 · no DOI</a:t>
            </a:r>
          </a:p>
        </p:txBody>
      </p:sp>
      <p:sp>
        <p:nvSpPr>
          <p:cNvPr id="7" name="logo-slot-fictional-lab-logo">
            <a:extLst xmlns:a="http://schemas.openxmlformats.org/drawingml/2006/main">
              <a:ext uri="{FF2B5EF4-FFF2-40B4-BE49-F238E27FC236}">
                <a16:creationId xmlns:a16="http://schemas.microsoft.com/office/drawing/2014/main" id="{9769743B-2D73-4296-B3AA-95CA4BFA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logo-placeholder-fictional-lab-logo">
            <a:extLst xmlns:a="http://schemas.openxmlformats.org/drawingml/2006/main">
              <a:ext uri="{FF2B5EF4-FFF2-40B4-BE49-F238E27FC236}">
                <a16:creationId xmlns:a16="http://schemas.microsoft.com/office/drawing/2014/main" id="{B125F909-0CE9-4472-9CD7-73C636F2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5F73"/>
                </a:solidFill>
              </a:defRPr>
            </a:pPr>
            <a:r>
              <a:rPr sz="2025" b="1">
                <a:solidFill>
                  <a:srgbClr val="0F5F73"/>
                </a:solidFill>
              </a:rPr>
              <a:t>Fictional lab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F0EFDFFD-E510-483B-B92E-7B5C3D13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C10ABB60-817D-49C9-A153-D73963F3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1,240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425348D2-896E-4BE9-9109-05E3B6A8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289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synthetic profiles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B1A82675-FF6D-4E9B-A863-9C5A64C9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12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F3EB720E-DED7-4EC7-84AB-C8DD1BD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289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anonymous model features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56803559-CA57-4E47-B07F-80514B99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4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21D180BA-C0DB-46B3-AEEB-C662711B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289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deterministic cohort simulations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3E14165F-C537-4C53-8333-6F0AE67B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Communication test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816704D9-9E9A-46BF-84E6-F77044FF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030CF96F-7515-4CA0-BBA0-07F283A5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Can a realistic multi-cohort manuscript exercise evidence-linked poster generation without redistributing a real paper or implying biomedical evidence?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47BA5A9E-4032-49FB-B2D0-3DE5EECC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Evidence: Abstract and Introduction, pp. 1-2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E191E3E6-F947-4CAB-B5B8-9371C0FF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Deterministic workflow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E45799C4-E5B2-4F00-84C2-4F9B24D0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931D1997-9959-4617-9F55-65765DB4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767453B4-7147-491B-B297-6D4550EF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1C5FC521-62CE-4603-B0D7-E673CFA30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Fixed seed generated 1,240 profiles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3A6EC0B5-C36D-464E-BDB6-75567FB4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3DCD41F6-BFE1-43A6-ACE6-9A244366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0EE55B41-3444-4B7C-8B93-0DEC8918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480 anonymous transcript-like features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9738DD88-ABA8-4698-BB37-7DA7EFCF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560D029C-EC9F-4F86-90A3-07CFFAFE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8C5908B0-9E7B-4B68-9800-17881988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Nested elastic-net selection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CC265BA4-C7D6-472E-9132-F69D54E4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A0FD30CE-295F-48FB-AEEE-CF33D0C7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1E10DFFB-9684-4277-8C5B-5F9129F5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12-feature score and shift testing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8646CAD6-2497-411B-9849-22B4ECFF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83F91766-855B-4429-8B49-0F097FF9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F5F73"/>
                </a:solidFill>
              </a:defRPr>
            </a:pPr>
            <a:r>
              <a:rPr sz="2175" b="1">
                <a:solidFill>
                  <a:srgbClr val="0F5F73"/>
                </a:solidFill>
              </a:rPr>
              <a:t>FOUR SYNTHETIC COHORTS</a:t>
            </a:r>
          </a:p>
        </p:txBody>
      </p:sp>
      <p:sp>
        <p:nvSpPr>
          <p:cNvPr id="36" name="dataset-lead">
            <a:extLst xmlns:a="http://schemas.openxmlformats.org/drawingml/2006/main">
              <a:ext uri="{FF2B5EF4-FFF2-40B4-BE49-F238E27FC236}">
                <a16:creationId xmlns:a16="http://schemas.microsoft.com/office/drawing/2014/main" id="{F51F4B78-9B6E-4361-9F16-582394C6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Four deterministic synthetic cohorts</a:t>
            </a:r>
          </a:p>
        </p:txBody>
      </p:sp>
      <p:sp>
        <p:nvSpPr>
          <p:cNvPr id="37" name="datasets">
            <a:extLst xmlns:a="http://schemas.openxmlformats.org/drawingml/2006/main">
              <a:ext uri="{FF2B5EF4-FFF2-40B4-BE49-F238E27FC236}">
                <a16:creationId xmlns:a16="http://schemas.microsoft.com/office/drawing/2014/main" id="{0279D87B-90DE-4E9C-8D56-4AC732B9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820900"/>
            <a:ext cx="110871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Discovery n=620 · Internal validation n=310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External A n=186 · External B n=124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No participants, specimens or external datasets</a:t>
            </a:r>
          </a:p>
        </p:txBody>
      </p:sp>
      <p:sp>
        <p:nvSpPr>
          <p:cNvPr id="38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8CC32DDD-3023-4D0E-8D92-C13D7202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Evidence: Abstract and Methods, pp. 1-2</a:t>
            </a:r>
          </a:p>
        </p:txBody>
      </p:sp>
      <p:sp>
        <p:nvSpPr>
          <p:cNvPr id="39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C81E3DC5-E20E-4BD2-AD47-7A8329D1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Generation to validation</a:t>
            </a:r>
          </a:p>
        </p:txBody>
      </p:sp>
      <p:sp>
        <p:nvSpPr>
          <p:cNvPr id="40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0AE4E61F-5D80-4E82-BB9C-5F6E3A72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89A32136-1AD8-4768-B6D3-A608D7F9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pic>
        <p:nvPicPr>
          <p:cNvPr id="1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9542c18024e67">
            <a:extLst>
              <a:ext uri="{96DAC541-7B7A-43D3-8B79-37D633B846F1}">
                <asvg:svgBlip xmlns:asvg="http://schemas.microsoft.com/office/drawing/2016/SVG/main" r:embed="Reb458ce758034a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ect">
            <a:avLst/>
          </a:prstGeom>
        </p:spPr>
      </p:pic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259B04EF-50F9-48BE-BC2A-E24B0C7A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Figure 1 · Deterministic generation and validation workflow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554408F4-02C2-4577-A669-E887C36B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84425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Authored synthetic fixture · manuscript p. 2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E2C684D2-E8A4-4D1B-A726-7382956A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3178D733-C21A-43CD-9743-B3D4F0D3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External C-indices remained 0.75 and 0.74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91CD14D8-A5C4-4C0F-89A1-D9B93FFB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Synthetic baseline: 0.66 and 0.65 · software fixture, not clinical validation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AC389CB8-9BA4-46A2-BC85-AC8DEDC4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Evidence: Results, pp. 1 and 3; Figure 2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1A17EFBD-D676-4DD7-9D3A-FF939D32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Discrimination across shifts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7A596253-28EE-4C28-8A70-59259C90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C1B04EBE-9DAA-4C06-86E7-34F3207E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pic>
        <p:nvPicPr>
          <p:cNvPr id="1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ca1ec79fec4c30">
            <a:extLst>
              <a:ext uri="{96DAC541-7B7A-43D3-8B79-37D633B846F1}">
                <asvg:svgBlip xmlns:asvg="http://schemas.microsoft.com/office/drawing/2016/SVG/main" r:embed="Re5a5c17e6952441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ect">
            <a:avLst/>
          </a:prstGeom>
        </p:spPr>
      </p:pic>
      <p:sp>
        <p:nvSpPr>
          <p:cNvPr id="53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7AF2DC73-3A3E-4363-AF48-DE17B0E6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Figure 2 · Authored discrimination values across cohort shifts</a:t>
            </a:r>
          </a:p>
        </p:txBody>
      </p:sp>
      <p:sp>
        <p:nvSpPr>
          <p:cNvPr id="54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D8A94476-9337-46B1-BCF8-DC44D9ED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31300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Authored synthetic fixture · manuscript p. 3</a:t>
            </a:r>
          </a:p>
        </p:txBody>
      </p:sp>
      <p:sp>
        <p:nvSpPr>
          <p:cNvPr id="55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4CCF7FE3-A2A2-46EF-956C-E226A94F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Calibration and stress boundary</a:t>
            </a:r>
          </a:p>
        </p:txBody>
      </p:sp>
      <p:sp>
        <p:nvSpPr>
          <p:cNvPr id="56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235FCA53-7673-4D61-99BE-3050D200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2867C99F-A8E0-4E59-8E78-1E916357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8" name="validation">
            <a:extLst xmlns:a="http://schemas.openxmlformats.org/drawingml/2006/main">
              <a:ext uri="{FF2B5EF4-FFF2-40B4-BE49-F238E27FC236}">
                <a16:creationId xmlns:a16="http://schemas.microsoft.com/office/drawing/2014/main" id="{6B543882-055A-4356-A4C2-F75AB3EC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External calibration slopes were 0.97 and 0.95.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External absolute errors were 0.031 and 0.038.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Aggregate coefficient-sign stability was 92% across 500 resamples.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The most severe pre-specified shift reduced C-index by 0.04.</a:t>
            </a:r>
          </a:p>
        </p:txBody>
      </p:sp>
      <p:sp>
        <p:nvSpPr>
          <p:cNvPr id="59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318B82CA-AE77-4A0F-ADAB-C42F8830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Evidence: Results, pp. 1, 3-4; Figures 3-4</a:t>
            </a:r>
          </a:p>
        </p:txBody>
      </p:sp>
      <p:sp>
        <p:nvSpPr>
          <p:cNvPr id="60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5169990B-317F-4D7D-9761-0448DD76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F9405E43-CF8F-473E-8F7D-0D0BB789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External validation retained discrimination: C-index 0.75 / 0.74</a:t>
            </a:r>
          </a:p>
        </p:txBody>
      </p:sp>
      <p:sp>
        <p:nvSpPr>
          <p:cNvPr id="62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6BC50FE4-8AA7-4B4A-8A5D-768418B8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Calibration &amp; stability</a:t>
            </a:r>
          </a:p>
        </p:txBody>
      </p:sp>
      <p:sp>
        <p:nvSpPr>
          <p:cNvPr id="63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1C0341B5-9404-4B52-9EF2-383CC497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7DF14F3F-52DE-4BD1-B4B9-27A3007A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92%</a:t>
            </a:r>
          </a:p>
        </p:txBody>
      </p:sp>
      <p:sp>
        <p:nvSpPr>
          <p:cNvPr id="65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03D1B7E4-0CE7-40D2-BA8B-0C1EBFEA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152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coefficient-sign stability</a:t>
            </a:r>
          </a:p>
        </p:txBody>
      </p:sp>
      <p:sp>
        <p:nvSpPr>
          <p:cNvPr id="66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7DEF9E9F-4266-4AEB-A964-3AC94FC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0.97 / 0.95</a:t>
            </a:r>
          </a:p>
        </p:txBody>
      </p:sp>
      <p:sp>
        <p:nvSpPr>
          <p:cNvPr id="67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955A7862-C8C2-488E-A11E-85984FAF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152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external calibration slopes</a:t>
            </a:r>
          </a:p>
        </p:txBody>
      </p:sp>
      <p:sp>
        <p:nvSpPr>
          <p:cNvPr id="68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D40D03C9-1CC8-475D-88BA-2E6BE452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E8B44C"/>
                </a:solidFill>
              </a:defRPr>
            </a:pPr>
            <a:r>
              <a:rPr sz="4125" b="1">
                <a:solidFill>
                  <a:srgbClr val="E8B44C"/>
                </a:solidFill>
              </a:rPr>
              <a:t>0.031 / 0.038</a:t>
            </a:r>
          </a:p>
        </p:txBody>
      </p:sp>
      <p:sp>
        <p:nvSpPr>
          <p:cNvPr id="69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474BD127-C0A0-4A44-9A7F-30D2AF83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152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external absolute errors</a:t>
            </a:r>
          </a:p>
        </p:txBody>
      </p:sp>
      <p:sp>
        <p:nvSpPr>
          <p:cNvPr id="70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F7664907-6081-4338-BC2D-09F2444B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Evidence: Stability and calibration, p. 4</a:t>
            </a:r>
          </a:p>
        </p:txBody>
      </p:sp>
      <p:sp>
        <p:nvSpPr>
          <p:cNvPr id="71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451A16EE-7D45-4A5B-87ED-68CF5C5F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pic>
        <p:nvPicPr>
          <p:cNvPr id="1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73b21c8f94f46">
            <a:extLst>
              <a:ext uri="{96DAC541-7B7A-43D3-8B79-37D633B846F1}">
                <asvg:svgBlip xmlns:asvg="http://schemas.microsoft.com/office/drawing/2016/SVG/main" r:embed="R5a2ce970318443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ect">
            <a:avLst/>
          </a:prstGeom>
        </p:spPr>
      </p:pic>
      <p:sp>
        <p:nvSpPr>
          <p:cNvPr id="73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487B7FBC-5A5C-43FF-B7CE-62E8E5B2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Figure 3 · Calibration and coefficient-sign stability</a:t>
            </a:r>
          </a:p>
        </p:txBody>
      </p:sp>
      <p:sp>
        <p:nvSpPr>
          <p:cNvPr id="74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56975894-00F8-420B-8D6A-F7AF3569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87675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Authored synthetic fixture · manuscript p. 4</a:t>
            </a:r>
          </a:p>
        </p:txBody>
      </p:sp>
      <p:sp>
        <p:nvSpPr>
          <p:cNvPr id="75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DE9AA71C-E3AF-4AC0-862A-D610F5BD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Pre-specified stress test</a:t>
            </a:r>
          </a:p>
        </p:txBody>
      </p:sp>
      <p:sp>
        <p:nvSpPr>
          <p:cNvPr id="76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D8C498F3-E80A-4F77-9437-5EE339C9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740A9886-1AA7-4867-8449-3059AB0F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pic>
        <p:nvPicPr>
          <p:cNvPr id="1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04a6d2fd247a2">
            <a:extLst>
              <a:ext uri="{96DAC541-7B7A-43D3-8B79-37D633B846F1}">
                <asvg:svgBlip xmlns:asvg="http://schemas.microsoft.com/office/drawing/2016/SVG/main" r:embed="R86dfd18e29a941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ect">
            <a:avLst/>
          </a:prstGeom>
        </p:spPr>
      </p:pic>
      <p:sp>
        <p:nvSpPr>
          <p:cNvPr id="79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5407ACC7-0B71-44A3-AA6D-24497854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Figure 4 · Stress-test boundary under increasing shift</a:t>
            </a:r>
          </a:p>
        </p:txBody>
      </p:sp>
      <p:sp>
        <p:nvSpPr>
          <p:cNvPr id="80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14AC0FBD-EDAF-47DC-A4E8-F9A55BC2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64925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Authored synthetic fixture · manuscript p. 4</a:t>
            </a:r>
          </a:p>
        </p:txBody>
      </p:sp>
      <p:sp>
        <p:nvSpPr>
          <p:cNvPr id="81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4F519B1D-C5DE-4AD2-83D9-DD7B2887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Supported conclusion</a:t>
            </a:r>
          </a:p>
        </p:txBody>
      </p:sp>
      <p:sp>
        <p:nvSpPr>
          <p:cNvPr id="82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0D3077AC-A8CF-42F9-B9F2-BEBF0740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0099CF81-2ACC-49E0-BF28-47168D08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4" name="conclusion-lead">
            <a:extLst xmlns:a="http://schemas.openxmlformats.org/drawingml/2006/main">
              <a:ext uri="{FF2B5EF4-FFF2-40B4-BE49-F238E27FC236}">
                <a16:creationId xmlns:a16="http://schemas.microsoft.com/office/drawing/2014/main" id="{9542EB96-E5A5-492C-936B-B238B802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02A43"/>
                </a:solidFill>
              </a:defRPr>
            </a:pPr>
            <a:r>
              <a:rPr sz="3000" b="1">
                <a:solidFill>
                  <a:srgbClr val="102A43"/>
                </a:solidFill>
              </a:rPr>
              <a:t>A rights-safe methodological test fixture</a:t>
            </a:r>
          </a:p>
        </p:txBody>
      </p:sp>
      <p:sp>
        <p:nvSpPr>
          <p:cNvPr id="85" name="conclusion">
            <a:extLst xmlns:a="http://schemas.openxmlformats.org/drawingml/2006/main">
              <a:ext uri="{FF2B5EF4-FFF2-40B4-BE49-F238E27FC236}">
                <a16:creationId xmlns:a16="http://schemas.microsoft.com/office/drawing/2014/main" id="{4726B646-40F6-4782-A06D-46D73EAD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860500"/>
            <a:ext cx="13058775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No biological, prognostic or clinical inference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All cohorts, values and identities are fictional</a:t>
            </a:r>
          </a:p>
        </p:txBody>
      </p:sp>
      <p:sp>
        <p:nvSpPr>
          <p:cNvPr id="86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C82ED272-DC16-4300-853E-809D0491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C8C99"/>
                </a:solidFill>
              </a:defRPr>
            </a:pPr>
            <a:r>
              <a:rPr sz="1875">
                <a:solidFill>
                  <a:srgbClr val="2C8C99"/>
                </a:solidFill>
              </a:rPr>
              <a:t>Evidence: Discussion and Conclusion, p. 5</a:t>
            </a:r>
          </a:p>
        </p:txBody>
      </p:sp>
      <p:sp>
        <p:nvSpPr>
          <p:cNvPr id="87" name="footer-band">
            <a:extLst xmlns:a="http://schemas.openxmlformats.org/drawingml/2006/main">
              <a:ext uri="{FF2B5EF4-FFF2-40B4-BE49-F238E27FC236}">
                <a16:creationId xmlns:a16="http://schemas.microsoft.com/office/drawing/2014/main" id="{D5C7C319-4C84-41C9-86F0-A9F5DBBC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2C78F404-3D9D-4AD9-A86A-400BAB6B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19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Original synthetic fixture · CC0-1.0 · evidence coverage 100% · local-only processing</a:t>
            </a:r>
          </a:p>
        </p:txBody>
      </p:sp>
      <p:sp>
        <p:nvSpPr>
          <p:cNvPr id="89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B0843F78-E042-485B-A65C-4660706F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8B44C"/>
                </a:solidFill>
              </a:defRPr>
            </a:pPr>
            <a:r>
              <a:rPr sz="1875" b="1">
                <a:solidFill>
                  <a:srgbClr val="E8B44C"/>
                </a:solidFill>
              </a:rPr>
              <a:t>Approvals current · synthetic boundary locked · editable logo placeholder</a:t>
            </a:r>
          </a:p>
        </p:txBody>
      </p:sp>
    </p:spTree>
    <p:extLst>
      <p:ext uri="{BB962C8B-B14F-4D97-AF65-F5344CB8AC3E}">
        <p14:creationId xmlns:p14="http://schemas.microsoft.com/office/powerpoint/2010/main" val="12629564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2026-08-09T05:01:28.3260000Z</dcterms:created>
  <dcterms:modified xsi:type="dcterms:W3CDTF">2026-08-09T05:01:28.3260000Z</dcterms:modified>
</coreProperties>
</file>