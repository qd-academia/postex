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4ceb96c14424b" /><Relationship Type="http://schemas.openxmlformats.org/officeDocument/2006/relationships/extended-properties" Target="/docProps/app.xml" Id="R3ab95c8d5da249be" /><Relationship Type="http://schemas.openxmlformats.org/officeDocument/2006/relationships/officeDocument" Target="/ppt/presentation.xml" Id="R4c9dde81044a45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9bc8cbc3a24986"/>
  </p:sldMasterIdLst>
  <p:notesMasterIdLst>
    <p:notesMasterId xmlns:r="http://schemas.openxmlformats.org/officeDocument/2006/relationships" r:id="R71a76ee3d9b5400d"/>
  </p:notesMasterIdLst>
  <p:sldIdLst>
    <p:sldId xmlns:r="http://schemas.openxmlformats.org/officeDocument/2006/relationships" id="256" r:id="R93a355cc748741ec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d06239993d47b9" /><Relationship Type="http://schemas.openxmlformats.org/officeDocument/2006/relationships/slideMaster" Target="/ppt/slideMasters/slideMaster1.xml" Id="Rf69bc8cbc3a24986" /><Relationship Type="http://schemas.openxmlformats.org/officeDocument/2006/relationships/notesMaster" Target="/ppt/notesMasters/notesMaster1.xml" Id="R71a76ee3d9b5400d" /><Relationship Type="http://schemas.openxmlformats.org/officeDocument/2006/relationships/presProps" Target="/ppt/presProps.xml" Id="R9623baa36d7e482c" /><Relationship Type="http://schemas.openxmlformats.org/officeDocument/2006/relationships/tableStyles" Target="/ppt/tableStyles.xml" Id="R29630aa38c2f4e16" /><Relationship Type="http://schemas.openxmlformats.org/officeDocument/2006/relationships/slide" Target="/ppt/slides/slide1.xml" Id="R93a355cc7487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89bebe853143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2ba357e394a9b" /><Relationship Type="http://schemas.openxmlformats.org/officeDocument/2006/relationships/notesMaster" Target="/ppt/notesMasters/notesMaster1.xml" Id="Ra03982b86397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https://pmc.ncbi.nlm.nih.gov/articles/PMC6923898/</a:t>
            </a:r>
          </a:p>
          <a:p xmlns:a="http://schemas.openxmlformats.org/drawingml/2006/main">
            <a:r>
              <a:t>- License: CC BY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c77b189f1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2f025cc1e49fe" /><Relationship Type="http://schemas.openxmlformats.org/officeDocument/2006/relationships/slideLayout" Target="/ppt/slideLayouts/slideLayout1.xml" Id="Rb69a6e6e692246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9a6e6e692246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6b36cbd354151" /><Relationship Type="http://schemas.openxmlformats.org/officeDocument/2006/relationships/notesSlide" Target="/ppt/notesSlides/notesSlide1.xml" Id="Rad0b8b56d9484e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C1E25709-FF89-46A8-BC5C-A75D3A8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F67D830-3B6A-4CBE-90C9-0285672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215E385E-77CA-4C68-B761-A0648C0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BISR-RNAseq: an efficient and scalable RNAseq analysis workflow with interactive report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59C27950-A6EB-4EC7-91A6-4F239E5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A5B058CA-36CA-4DA8-B049-0EA05E43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Bioinformatics profile · CC BY 4.0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9F6E5DC7-D6EC-413E-9993-992CC4DB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DOI 10.1186/s12859-019-3251-8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C7F8F383-693D-4B72-88C7-19D9D039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CF3C65B8-1BCA-4833-B1E2-9B7C89FF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4D8E0951-49E4-4483-B733-2B5630D5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A51EA1ED-3C96-40B2-99BD-7050AE20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GSE48403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B9D8E766-A3E4-4270-A205-669DF08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demo dataset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A7294702-9EE1-4BF5-89E1-69DE849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HISAT2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CC552602-52B9-4846-8F6A-7B97164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aligner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87901887-2805-41AE-8CDF-A00C5A03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R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5CB84C1E-3D8B-41D3-B9EC-81141E67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report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AD63B20-BAF5-4F1E-8282-796D77A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objective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6AF48AFA-5C13-47EB-9405-00294D5E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4E123635-82F1-46DF-8E42-3EF4BE3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B385477A-F1E0-439B-BD0E-DDAF52C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10.1186/s12859-019-3251-8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DC2905FE-E879-4187-ACE7-B6D6B47B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evidence structure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9FD41CC1-8AAD-452D-AE19-C15B7286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22CC8462-F899-47F3-985A-42798A0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E8E4B864-E455-42DF-9772-ED930F0A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14FBBEAB-F29D-41C0-9568-DA18F5C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Research Question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150872FF-2517-4B1C-9982-5A236A98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559C4300-BB45-434B-B938-8011686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795126AD-8AF5-4E96-8BAD-21D24941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Datasets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8C679E7B-8509-406F-83EF-7E134053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826ACC4A-A1F1-4F68-A3DA-1DA6A82C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5A323F4F-7268-416D-9719-5796C0E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Analysis Pipeline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B86126C1-A58A-4C88-972C-0EAC20E8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31198151-966D-4A3E-93FE-D177D988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5089183F-270F-4737-A5B2-B1E2264F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Key Results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18CD2DE3-B37F-496F-8C1E-9CBB4DF5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C5B42EEE-0F0D-4AFF-94D5-A61EC3D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SOURCE CONTRACT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A07E240C-A76F-4086-8C14-5BFB075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License: CC BY 4.0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Profile: bioinformatics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Claims checked: 3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35B8B8BE-63F2-4C91-8AD8-07AFEF3C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https://pmc.ncbi.nlm.nih.gov/articles/PMC6923898/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C945C03B-0198-4B67-861A-8349219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and source evidence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B0394B9C-C15B-4B2C-8DE3-69DF695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36D96ACD-7E91-4F58-BF94-A28D478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753886D4-CAC4-4573-A593-C086660A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979F9D25-37F1-4B9D-AC8A-BCFA937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402BAA64-D8CE-4999-8C3C-DA5B5BBE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CA8306D2-7BBC-40B5-89BD-F8A089BA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10.1186/s12859-019-3251-8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70D48499-137D-4ADE-A015-0A2A479E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432A35DB-C1AD-4B98-938F-FD99FD46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GSE48403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CC7F2F87-18C7-45BB-B3FB-48D5B2B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Key facts remain bound to the source and study design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8A274370-DF51-4AD0-902A-7771A76D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10.1186/s12859-019-3251-8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754B1541-1E94-4BEF-AD32-0EB94B12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evidence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564B9B79-4AF7-412E-B35C-8FD4CF9F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460A41D7-1655-41F6-99BE-BCD179EC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1CA078C4-A198-478D-A1F7-852ECBDD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663AD537-7298-48FD-B231-D1BA682C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9CA39949-ADF0-48A8-9FC1-B229D05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9387621A-E126-4438-A928-43EF3C6F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10.1186/s12859-019-3251-8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99FE46EA-0D32-4938-A906-4F371C6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factual anchors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95FE1D30-D6BD-4131-B150-B79A7BB3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E74AAA6B-443E-44D7-B85F-443976A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8609574C-4B95-45FC-BBD1-2889D3F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demo dataset: GSE48403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aligner: HISAT2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report: R Shiny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CA4059B0-F9C0-4C23-A7D0-1F7B87A0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Ground-truth case: bisr-rnaseq-workflow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E667F02D-1179-41A4-8787-586E641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6C110113-E3E1-4B52-B356-C617136B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BCD6204B-55EA-4FAA-B1CF-3F201AE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Fact checks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CA1DB453-D2C8-4DF6-828D-E9C3FE5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00D05826-5C15-417E-8BCE-86F6FBC7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GSE48403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EB086F74-DBB2-411E-A313-F68B466E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demo dataset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2FD79E52-99EA-45F5-8AD9-E03D7D92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HISAT2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9AC010ED-4246-42F4-89EE-AE1FCFD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aligner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33D2B83B-EF92-42BF-98BE-142EFEF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R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373F87DB-9501-406F-AD25-D2E1C7BC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report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EF87E9F3-E477-4D88-A39C-5A7757D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Machine-checkable evaluation fixture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65BA3DFA-CE9E-45F9-B351-BC3DCAAB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B07ED656-45A7-457D-847A-CB584DD3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03C5B580-6A01-4F82-AB31-638489B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E9C8143B-0B54-4019-A389-61380319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F84DADA7-762C-45D7-B09B-31630EB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10.1186/s12859-019-3251-8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AE12039E-13F0-4C10-AAB0-5A8379D2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evidence slot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9B0A7F53-BAF6-4705-8511-68B7FC37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C9F8AEFC-8A2A-4391-B06C-5E8DC20F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56761F03-34C8-4311-A764-3613EF8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8AB5D2C1-3150-47CC-A5A5-17DF544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E3B493A1-2B2E-4505-B7D7-D48D5DBE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DEB798FF-CF35-4EB9-9290-1FA2951D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10.1186/s12859-019-3251-8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22822756-B23E-442A-BE98-8C87688E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boundary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A3F5CA08-4366-4582-96CB-46D31EB1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33F5B302-C0CD-438B-99CE-C034BE69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72C3DE31-609D-493C-A0DC-0A8BEF4A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6147EC3-DB8B-48F8-B95D-157AA52D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and license: 10.1186/s12859-019-3251-8 · CC BY 4.0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7D74331-DE92-4D0D-9E06-6A54DA78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488684B-ACDD-4998-9281-8557826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BISR-RNAseq: an efficient and scalable RNAseq analysis workflow with interactive report generation · CC BY 4.0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EC4414C-A745-4A74-9665-AC029018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651772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2026-08-07T04:16:13.5010000Z</dcterms:created>
  <dcterms:modified xsi:type="dcterms:W3CDTF">2026-08-07T04:16:13.5010000Z</dcterms:modified>
</coreProperties>
</file>