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9244d590ca4ac2" /><Relationship Type="http://schemas.openxmlformats.org/officeDocument/2006/relationships/extended-properties" Target="/docProps/app.xml" Id="Rfb9542d2a3e64658" /><Relationship Type="http://schemas.openxmlformats.org/officeDocument/2006/relationships/officeDocument" Target="/ppt/presentation.xml" Id="Rfe0b9c5d0b4a48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40cb5935954358"/>
  </p:sldMasterIdLst>
  <p:notesMasterIdLst>
    <p:notesMasterId xmlns:r="http://schemas.openxmlformats.org/officeDocument/2006/relationships" r:id="R6380700741574209"/>
  </p:notesMasterIdLst>
  <p:sldIdLst>
    <p:sldId xmlns:r="http://schemas.openxmlformats.org/officeDocument/2006/relationships" id="256" r:id="R13c9276d74804ae3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c71e44a2d4345" /><Relationship Type="http://schemas.openxmlformats.org/officeDocument/2006/relationships/slideMaster" Target="/ppt/slideMasters/slideMaster1.xml" Id="R2240cb5935954358" /><Relationship Type="http://schemas.openxmlformats.org/officeDocument/2006/relationships/notesMaster" Target="/ppt/notesMasters/notesMaster1.xml" Id="R6380700741574209" /><Relationship Type="http://schemas.openxmlformats.org/officeDocument/2006/relationships/presProps" Target="/ppt/presProps.xml" Id="R419917694ef04b85" /><Relationship Type="http://schemas.openxmlformats.org/officeDocument/2006/relationships/tableStyles" Target="/ppt/tableStyles.xml" Id="Ra37a1cd2d9814ad0" /><Relationship Type="http://schemas.openxmlformats.org/officeDocument/2006/relationships/slide" Target="/ppt/slides/slide1.xml" Id="R13c9276d74804a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4f62c0145d48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24c45b63b34f8a" /><Relationship Type="http://schemas.openxmlformats.org/officeDocument/2006/relationships/notesMaster" Target="/ppt/notesMasters/notesMaster1.xml" Id="R375234ebfa6c4f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https://doi.org/10.1136/jitc-2021-004210</a:t>
            </a:r>
          </a:p>
          <a:p xmlns:a="http://schemas.openxmlformats.org/drawingml/2006/main">
            <a:r>
              <a:t>- License: CC BY-NC 4.0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bacbc1ea74b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32680ea648410c" /><Relationship Type="http://schemas.openxmlformats.org/officeDocument/2006/relationships/slideLayout" Target="/ppt/slideLayouts/slideLayout1.xml" Id="Rf57cfba23f1246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7cfba23f1246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8cbd8295c45e5" /><Relationship Type="http://schemas.openxmlformats.org/officeDocument/2006/relationships/notesSlide" Target="/ppt/notesSlides/notesSlide1.xml" Id="R1e21525134aa4b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43D1B22-0B23-4113-9375-459766E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F4AFED1-CF48-48D1-A474-F99677D6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86DC38DD-0425-4F2E-B79A-22E7D79B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 signature for pan-cancer prognosis based on neutrophil extracellular traps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3102CCE0-758C-4D81-AAF7-0820D0C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Source-grounded PostEx evaluation fixture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53AC845E-A710-479B-9582-E35DD639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Bioinformatics profile · CC BY-NC 4.0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FFED7A4F-2EFA-4DB8-B754-81021C63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DOI 10.1136/jitc-2021-004210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90352597-9B90-4C26-AFC1-82AAD852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A767AF5E-E5A2-4997-9F59-2F1A9D2E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E62AC511-276B-43CB-BE1A-BC118341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8729372F-08B6-46B2-A101-45B069D5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19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C7A903B8-5316-4382-86C9-4AA2ADF5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signature size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32A15DBC-3D45-446E-9704-DCA4BED2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8,739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47B156DE-A2DD-465A-B5C8-21897DB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tcga size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68531A69-5A62-4E39-B429-1ACBEE90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HR=1.22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319F9C21-4256-48D1-9681-25653712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adjusted os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F1C832A-2929-46EA-BE3B-7CE48561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Communication objective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FBC32B19-1C5E-4E38-8919-0141A82B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FC7CC61-33A4-4BD6-80D5-2FBE369A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Present the paper's design, central evidence and interpretation boundary in a traceable conference-poster format.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F87FB925-00F4-4282-9E98-55C8AE1A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10.1136/jitc-2021-004210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B462428F-778E-470F-985E-8F02F793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evidence structure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7B62522E-951B-4264-B170-42E6D1F6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286F46F1-BA64-45AE-BF5E-C2F6C0D3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33185F21-576F-4AFA-8E41-BF8CD9C4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E7A75A2C-EC13-485D-AD92-D8DD5FC2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Research Question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9A81360F-8457-4CB0-9F4D-C890A596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C5DC1D57-D5A8-4BD5-B799-9B982DB6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1278E447-D5B3-4368-9EF4-4F36BDB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Datasets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68AF9168-C149-4891-BD64-60E0E990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BBCC8E96-7C33-472E-8883-FB1A8000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6CDF0C01-AB8D-4E34-B5E0-A56F7EE6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Analysis Pipeline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879ED252-6E7A-47B9-A71E-20D59AE1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7359381F-0C99-4428-867D-674126E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CF70F951-EADA-42CD-AF79-09AB0D59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Key Results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4DEE6F1C-E168-4993-ACC9-BF7333A6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ACCA1E1E-AA2A-4466-A580-9A19DFCE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SOURCE CONTRACT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3829D1D1-5B07-43A6-A051-9CCCB89D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Input: full paper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License: CC BY-NC 4.0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Profile: bioinformatics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Claims checked: 4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9D386C6B-659E-4931-9A3A-BACAA8E0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https://doi.org/10.1136/jitc-2021-004210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632E5A78-12D8-44A8-84AC-54953EA9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Methods and source evidence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5E74FF2E-B005-489E-8984-150D5CB3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8DD86871-02F5-4495-81C2-75197610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E5D0E3FA-7497-4EF3-9EDB-ED01957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96A78BF7-6939-4469-9A9C-8551C246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53A0EA44-88CF-4948-A0EA-7BAC0418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FD29BC58-D556-496A-9F45-FB46B4B9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10.1136/jitc-2021-004210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1404E3D9-1FFC-48ED-B80F-8D84BCD7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4F35CDD0-8817-4212-A2BB-892A2B66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19-gene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2689B148-6661-4686-AF87-ED979111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Key facts remain bound to the source and study design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1F759DCD-E32B-4070-8096-F679C0A4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10.1136/jitc-2021-004210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AEBE7250-6496-47F9-B06B-DAD6C1CB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Primary evidence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CF9D8EB7-8224-4E1F-94BA-D87369D7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8EDFE77E-7C34-4C58-BD7C-6F4EF7BA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4F3A0825-711C-4EEC-8CB8-450D87F3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4B83C806-E267-434C-A71A-D4CFE5D7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D60AA454-B2D2-4605-A28D-01B4685A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1B1FA9D3-2511-45F6-9B75-C8F013A0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10.1136/jitc-2021-004210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3C8DC0D7-C10D-45DA-903C-D77490D7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factual anchors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409011B2-630B-4430-BA29-2B003529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7B02CEFE-8E71-467C-871E-7E050ECE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EF5F436C-5EE7-44CC-9C02-4F80B809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signature size: 19-gene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tcga size: 8,739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adjusted os: HR=1.22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adjusted os p: p=0.0070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B4DCA000-C4C7-453B-B395-687F3F30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Ground-truth case: sci02jitc-pan-cancer-nets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67B9CD6F-4720-4CFA-AE7F-729A5F4F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E59750C7-C22B-42A7-9EF9-692AEDF2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unsupported numerical or causal expansion permitted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B854A0DD-1101-4581-A349-23D04C1C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Fact checks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D5CD68E4-29F8-4F36-ADA4-EE773AA2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A2DAC2F8-8BCE-4BFB-95DD-79064B91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19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C8301BB9-2F6D-4EB2-9EBE-A5A99EF8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signature size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F3F53CC3-A88B-4906-A390-A479094D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8,739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368EFD53-0480-41EC-80FE-EAF5906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tcga size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48A8B488-0CB1-446F-9614-C790184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HR=1.22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A142CF48-44FC-45E7-AE6D-9F074BE1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adjusted os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98A886D5-26FB-4263-97AB-200D55AE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Machine-checkable evaluation fixture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83AF175B-EC9A-4545-BC04-60A6083B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5F241F28-41E1-49B9-93F5-414F7733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98908FDC-5565-45F7-BF0D-830E1AE2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D80898AB-BF54-47E8-9EA7-78C85381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220CC539-BA12-4783-AF32-F913F115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10.1136/jitc-2021-004210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81DE9ACC-B285-4133-8112-B31D73CF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Independent evidence slot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4E8574BF-CF0F-4F3B-8AB8-47ABA264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179591D7-BAAC-4DCC-AF3B-28B2F67F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7D82781D-C531-4799-B8FB-EF03BA8D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9C4D3584-B4CD-472B-A4F9-3AA7244D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F9555D4E-9794-4B12-A1F3-6CB74EE0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683C869A-C92F-4103-B42B-B8A3094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10.1136/jitc-2021-004210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09EAEE44-ECC8-4A21-A23F-B682C996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Interpretation boundary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FF134449-D975-4954-B26E-6A474B0E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F2182F5A-C350-46D6-BDF2-29D22D1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275048C5-A0D8-4290-BD67-B9F395BB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Interpret findings only within the source study design, population, methods and reported uncertainty.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670C8E24-F129-4F86-AC94-ECA5364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and license: 10.1136/jitc-2021-004210 · CC BY-NC 4.0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599EA51-6617-40CB-8696-D31FC542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CB41600-6358-4260-8675-2CDA8C48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A signature for pan-cancer prognosis based on neutrophil extracellular traps · CC BY-NC 4.0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01A491C-2F55-416A-B832-64DEA13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8B44C"/>
                </a:solidFill>
              </a:defRPr>
            </a:pPr>
            <a:r>
              <a:rPr sz="1875" b="1">
                <a:solidFill>
                  <a:srgbClr val="E8B44C"/>
                </a:solidFill>
              </a:rPr>
              <a:t>Evaluation preview · not a release poster</a:t>
            </a:r>
          </a:p>
        </p:txBody>
      </p:sp>
    </p:spTree>
    <p:extLst>
      <p:ext uri="{BB962C8B-B14F-4D97-AF65-F5344CB8AC3E}">
        <p14:creationId xmlns:p14="http://schemas.microsoft.com/office/powerpoint/2010/main" val="101691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2026-08-07T04:17:06.4330000Z</dcterms:created>
  <dcterms:modified xsi:type="dcterms:W3CDTF">2026-08-07T04:17:06.4330000Z</dcterms:modified>
</coreProperties>
</file>