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6de9a1d1a24c0a" /><Relationship Type="http://schemas.openxmlformats.org/officeDocument/2006/relationships/extended-properties" Target="/docProps/app.xml" Id="R58eb7bf4213a441c" /><Relationship Type="http://schemas.openxmlformats.org/officeDocument/2006/relationships/officeDocument" Target="/ppt/presentation.xml" Id="Rf731d3e8a38444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dccf43fe644908"/>
  </p:sldMasterIdLst>
  <p:notesMasterIdLst>
    <p:notesMasterId xmlns:r="http://schemas.openxmlformats.org/officeDocument/2006/relationships" r:id="R91d8fcc9c0854e4c"/>
  </p:notesMasterIdLst>
  <p:sldIdLst>
    <p:sldId xmlns:r="http://schemas.openxmlformats.org/officeDocument/2006/relationships" id="256" r:id="Rb0acdb93078e4e0b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98cd2d79794289" /><Relationship Type="http://schemas.openxmlformats.org/officeDocument/2006/relationships/slideMaster" Target="/ppt/slideMasters/slideMaster1.xml" Id="R80dccf43fe644908" /><Relationship Type="http://schemas.openxmlformats.org/officeDocument/2006/relationships/notesMaster" Target="/ppt/notesMasters/notesMaster1.xml" Id="R91d8fcc9c0854e4c" /><Relationship Type="http://schemas.openxmlformats.org/officeDocument/2006/relationships/presProps" Target="/ppt/presProps.xml" Id="R8f73b6ba3fdf43f7" /><Relationship Type="http://schemas.openxmlformats.org/officeDocument/2006/relationships/tableStyles" Target="/ppt/tableStyles.xml" Id="R4ee3f4c8bc2341e3" /><Relationship Type="http://schemas.openxmlformats.org/officeDocument/2006/relationships/slide" Target="/ppt/slides/slide1.xml" Id="Rb0acdb93078e4e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bb6e4b52ab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08c3d0c0164a5a" /><Relationship Type="http://schemas.openxmlformats.org/officeDocument/2006/relationships/notesMaster" Target="/ppt/notesMasters/notesMaster1.xml" Id="Rc226a000ecde40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https://journals.plos.org/ploscompbiol/article?id=10.1371/journal.pcbi.1008770</a:t>
            </a:r>
          </a:p>
          <a:p xmlns:a="http://schemas.openxmlformats.org/drawingml/2006/main">
            <a:r>
              <a:t>- License: CC BY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7146762a744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2a9c5ff35c4dc1" /><Relationship Type="http://schemas.openxmlformats.org/officeDocument/2006/relationships/slideLayout" Target="/ppt/slideLayouts/slideLayout1.xml" Id="Rae74f5a74d284e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74f5a74d284e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48008d16840aa" /><Relationship Type="http://schemas.openxmlformats.org/officeDocument/2006/relationships/notesSlide" Target="/ppt/notesSlides/notesSlide1.xml" Id="Re8f61cd8a0a54a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716E7688-4A6B-4C1E-B354-1878DF00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61FABD70-1C04-41F3-8AF1-C228444B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8E484A14-5A1C-4115-8B9A-154959AC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Principles for data analysis workflows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A3918801-665D-49A6-A37D-A04C5EA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8FA590C9-9861-4F06-9C53-D2F66A85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Bioinformatics profile · CC BY 4.0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12120C93-5EA8-492B-A5A0-DD9AE18A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DOI 10.1371/journal.pcbi.1008770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1272374E-5770-4A82-8285-1AB88498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54C27D0D-F83C-4725-BA33-315A0748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228DAD8C-6ED1-456C-8D61-B0BD0EC7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251EEA75-310A-4479-B6A6-E3ACDCD9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Explore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395B90A-9C75-4179-A0BD-656D3BEA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phase explore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FB32B3B-CD16-4B5E-A323-1E26BE3A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Refine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3ABFECB5-D6C1-446C-9BC7-EF764AD3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phase refine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7567AC24-C31F-45F5-BF55-195C7C65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Produce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4D8BC862-82B7-4053-9044-3E2BC295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phase produce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3178609-00F9-498D-A608-E980449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objective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D904F198-44B3-480B-83FC-BABD7E61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1F424401-9CCD-457A-B508-374B1558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204CDC0B-7174-44AB-A18C-D88C23A6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10.1371/journal.pcbi.1008770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ECE30827-8F25-4E66-A071-0669C133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evidence structure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BBB852D3-16A8-4D9D-95AF-8CE19148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CB9AA189-0178-41E0-9989-6A49BB0C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4FE6A7DD-CEED-4DB5-BCEA-5F6CA29D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3C52EB12-50D0-4CB2-ACFE-AC45BB39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Research Question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681ECF23-D331-455A-BC46-9DACFFFF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C60DE340-33C2-40F0-85E7-2F08443F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BE6DD611-63D0-4B1E-B7AF-E0D08A3C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Datasets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4664FF4B-01C0-468F-BAA0-5F814104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3C1258A3-980F-41B2-A30A-D4589851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537A103B-CB44-4EA6-B1A0-DE5767EE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Analysis Pipeline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ACB2CD1D-5CBC-4F6A-827B-D403EC97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607CDF24-52C0-49FA-B854-2D766F54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21279A19-4CB0-401D-A962-90619F27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Key Results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C734AFF6-B713-4965-B169-34AD61F6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D716D160-D4B2-4D1B-907A-25A1DA95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SOURCE CONTRACT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D59D8856-4988-4517-ACEE-6FC04CCE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License: CC BY 4.0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Profile: bioinformatics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Claims checked: 3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A3AB93C-BA2E-4F23-B583-9D58EF7F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https://journals.plos.org/ploscompbiol/article?id=10.1371/journal.pcbi.1008770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3F5A4EF8-6A19-4E8F-8C22-A00B58D2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and source evidence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7B75177A-C31C-4EA8-A9BB-59E8E37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E45BB8B7-7F2C-455A-96F8-01E643E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EBEE2881-9654-4D99-A2B4-AA55E042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7ABC4741-BE3D-4F75-A528-5EB0C2FD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EE1826E6-3C83-4B65-9B1C-BFACF46C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EFF19D39-3D94-46D2-AD64-BE0B3877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10.1371/journal.pcbi.1008770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BEEC5CB2-37DE-433C-81A5-A5B4C95B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FD67A4A7-5499-486E-A359-2E6846BD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Explore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D0B933ED-90A7-41AB-BCB9-066ABA34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Key facts remain bound to the source and study design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6589D16B-10B5-4251-B97C-2110BE6E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10.1371/journal.pcbi.1008770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D1D12EDA-59FA-46B2-A7AB-778E6FAB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evidence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1EADDCFF-F289-4E68-96B1-D07AA137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F1A7E457-B8E2-400D-9E2B-3F7536F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B72A6088-3C1D-4161-83D5-D1BFA28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1A672A10-E066-46C9-BA35-0D17784F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965BF7C4-B401-4133-8769-6E68AA50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ACB95409-98D0-41C1-BB12-2C72CE2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10.1371/journal.pcbi.1008770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525BE116-76BA-40A2-8AD7-DA727DC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factual anchors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169DBBA0-514F-4B92-A551-2EE0786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3DEA8DAF-0E12-4CF0-ACA0-0FC79B9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0BC1A000-7C27-4DB1-8466-57DA74D0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phase explore: Explore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phase refine: Refine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phase produce: Produce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4E8515FA-F070-4EFF-BBEA-B5FBE8AB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Ground-truth case: plos-data-analysis-workflows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F6330F42-8964-46D5-9001-93F9F0D1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75EFD1C8-B353-4457-B02C-51FE5AB6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2E867ACD-83EF-4CE3-82E9-0F5E0115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Fact checks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13F0BFFC-C85F-492B-A8F3-90568D69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C4020184-F93C-49E3-9C33-8581A5C2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Explore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1B2CBB8E-0207-4A19-A2E4-3C75C3A6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phase explore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D586F97F-A11B-49EA-8E9D-88C4372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Refine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023F8947-3C02-47E1-B7F0-DABE780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phase refine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B89C6F6B-E26C-4BF1-953F-F3778880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Produce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BE9F168C-14FC-4A27-B21B-4ED6FC14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phase produce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45784491-699E-4FE3-9AD9-52BEB2FB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Machine-checkable evaluation fixture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B3B13F2B-6DE8-4B1A-87AE-2288A3CA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84B182F5-F0CE-4C20-A909-8DE40AEF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DBC4B43C-3261-4EFD-B1B2-B940D5D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3F189B80-BE36-4558-8B8B-F7469D93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0D6DF2C6-F1A5-4114-8167-D9E4F134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10.1371/journal.pcbi.1008770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313EEF53-D589-4075-87A0-0A0FD5F7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evidence slot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50C768AC-5486-4860-9635-548C7725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6644F424-D639-4D3A-8481-20C6AA17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000E1F82-CA9C-45DC-828F-9F748A0C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F32E5F5E-39B6-40FD-A618-0310961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5EB0C773-8459-4C28-9C31-CEF2BB9F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8C5CCCF3-F628-4460-93CA-E5E06195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10.1371/journal.pcbi.1008770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D8F3A937-E002-409F-8135-7632C65D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boundary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110B648B-5999-4487-94A4-BA204B6D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5D60E7B9-5CDF-48B8-B355-C932ACFA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D95FCCD3-ACF6-41CE-995F-679B61ED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C4C0C57-4B6B-4770-A275-578DC9C1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and license: 10.1371/journal.pcbi.1008770 · CC BY 4.0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BB1D5D1-9F58-4BD3-9BCE-FAE37752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1A180BD-D5C9-4FE7-86E3-58B3EE66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Principles for data analysis workflows · CC BY 4.0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25645857-95D1-4153-AAE0-A75BC692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20929508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2026-08-07T04:16:26.9480000Z</dcterms:created>
  <dcterms:modified xsi:type="dcterms:W3CDTF">2026-08-07T04:16:26.9480000Z</dcterms:modified>
</coreProperties>
</file>