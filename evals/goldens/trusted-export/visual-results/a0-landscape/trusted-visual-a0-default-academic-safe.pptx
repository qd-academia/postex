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5e881f41a4b71" /><Relationship Type="http://schemas.openxmlformats.org/officeDocument/2006/relationships/extended-properties" Target="/docProps/app.xml" Id="R4c8bc933ee384035" /><Relationship Type="http://schemas.openxmlformats.org/officeDocument/2006/relationships/officeDocument" Target="/ppt/presentation.xml" Id="Re892d357382a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3472a8c3e6472d"/>
  </p:sldMasterIdLst>
  <p:notesMasterIdLst>
    <p:notesMasterId xmlns:r="http://schemas.openxmlformats.org/officeDocument/2006/relationships" r:id="R72d92f81f32247a4"/>
  </p:notesMasterIdLst>
  <p:sldIdLst>
    <p:sldId xmlns:r="http://schemas.openxmlformats.org/officeDocument/2006/relationships" id="256" r:id="Rb1e2c92245ba4b69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dd2726e2a443f" /><Relationship Type="http://schemas.openxmlformats.org/officeDocument/2006/relationships/slideMaster" Target="/ppt/slideMasters/slideMaster1.xml" Id="R493472a8c3e6472d" /><Relationship Type="http://schemas.openxmlformats.org/officeDocument/2006/relationships/notesMaster" Target="/ppt/notesMasters/notesMaster1.xml" Id="R72d92f81f32247a4" /><Relationship Type="http://schemas.openxmlformats.org/officeDocument/2006/relationships/presProps" Target="/ppt/presProps.xml" Id="R7c799c6627ad4617" /><Relationship Type="http://schemas.openxmlformats.org/officeDocument/2006/relationships/tableStyles" Target="/ppt/tableStyles.xml" Id="R1e3ba686b49a43b9" /><Relationship Type="http://schemas.openxmlformats.org/officeDocument/2006/relationships/slide" Target="/ppt/slides/slide1.xml" Id="Rb1e2c92245ba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b71a43715444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6f62f7f1a4baa" /><Relationship Type="http://schemas.openxmlformats.org/officeDocument/2006/relationships/notesMaster" Target="/ppt/notesMasters/notesMaster1.xml" Id="Rfd6298b4e66c48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303d2da2f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7086433c94893" /><Relationship Type="http://schemas.openxmlformats.org/officeDocument/2006/relationships/slideLayout" Target="/ppt/slideLayouts/slideLayout1.xml" Id="Rec8914ced24f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914ced24f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9d015ec0d419e" /><Relationship Type="http://schemas.openxmlformats.org/officeDocument/2006/relationships/image" Target="/ppt/media/image.png" Id="Rb1c24ec3b1584909" /><Relationship Type="http://schemas.openxmlformats.org/officeDocument/2006/relationships/image" Target="/ppt/media/image.svg" Id="Rf75eec7038904585" /><Relationship Type="http://schemas.openxmlformats.org/officeDocument/2006/relationships/image" Target="/ppt/media/image2.png" Id="R053fae743b8141a2" /><Relationship Type="http://schemas.openxmlformats.org/officeDocument/2006/relationships/image" Target="/ppt/media/image2.svg" Id="R0487d28891ca4fb8" /><Relationship Type="http://schemas.openxmlformats.org/officeDocument/2006/relationships/image" Target="/ppt/media/image3.png" Id="R60d493c89f7c4de0" /><Relationship Type="http://schemas.openxmlformats.org/officeDocument/2006/relationships/image" Target="/ppt/media/image3.svg" Id="R00c510df6ac14319" /><Relationship Type="http://schemas.openxmlformats.org/officeDocument/2006/relationships/image" Target="/ppt/media/image4.png" Id="R78f31b57b17449e5" /><Relationship Type="http://schemas.openxmlformats.org/officeDocument/2006/relationships/image" Target="/ppt/media/image4.svg" Id="R84dfc27300fb49ef" /><Relationship Type="http://schemas.openxmlformats.org/officeDocument/2006/relationships/notesSlide" Target="/ppt/notesSlides/notesSlide1.xml" Id="R813b17877f974f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1EA0B5F-FF68-4601-9C9D-B94F4404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E02CE34-193A-4BD5-A867-EF2921CE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6738D1E7-B6AE-48A8-A735-111A62C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D6844DE2-C43B-4CB6-A1DE-A0CC5826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81E9A6E6-2652-459D-8D22-F774DC6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22F1CF13-47B2-4CF0-8BC6-780BC56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4990CF9C-D7B6-40F2-B71F-A05AF1AD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A10D9D61-CA32-44D6-970A-6DD0D52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6316A0C1-A6EB-4D31-83D5-DF1656B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8988B2CA-65FC-414D-9EF3-717243A3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B6FC76CC-7BD4-46D7-974E-5DD1F6F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B14E4E71-E56E-4077-BBC2-0C549A95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5636B544-2B81-47A5-8490-432D26E8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559C7AC2-9819-401E-A516-C1638C2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5480BD01-7F75-4BE0-9A4B-9F91796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0E15D87-0A89-424C-9C5D-83C0E2DD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One-sentence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5FA1442-10B2-4888-9407-55E37F6D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2C7C2EB6-1BEB-40C6-9B10-AB04FF3E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A5CA87A2-69A6-4D91-9C98-82601A77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8634B1B8-ADD3-49C1-9948-2800FB5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at a glance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A31C5262-50FE-48A6-BF24-37A80ABD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761A60C7-6450-4BB5-B4EA-C5EB084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CEED6A66-48F2-491F-9352-59814F7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96067EC0-8AEA-487B-850C-64B0FC8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CA50C73C-A357-41AC-A99F-14605182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07E98865-DC4F-4250-83CD-900FE113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9B9D7927-4CDF-4E8F-B2C8-83581653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66FFC776-F7C8-4CBD-A78C-7785EBF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606ED9F4-558A-4C2E-B087-19763B9A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F55039AA-C56F-4E78-9D34-2E476C00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C5060434-19BB-4A35-A46B-8148CB67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CD31F2EC-8560-4C70-8148-F4A1D31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D33B2FDB-C297-46CA-A5D5-5C6D6C1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211F44D5-EAC5-4993-A94A-B0158919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21BFB422-4DF0-41D5-A1D1-16CE7D1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ESSENTIAL CONTEXT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A14B58D6-6CBE-4136-8B38-DE56230A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6112070E-0E7A-49CD-A0C5-EF472AA1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820900"/>
            <a:ext cx="110871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A120C43F-82D2-418E-9760-D6FB412C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19457D8F-EC01-4CD8-A5B5-0CFAFD2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How the result was produced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51C718C5-1A6F-4874-B1E5-A5CAD561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BCFCA329-1ABD-4A14-ADC7-3A10445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24ec3b1584909">
            <a:extLst>
              <a:ext uri="{96DAC541-7B7A-43D3-8B79-37D633B846F1}">
                <asvg:svgBlip xmlns:asvg="http://schemas.microsoft.com/office/drawing/2016/SVG/main" r:embed="Rf75eec70389045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8EE42953-B0E4-4B90-A36D-3566786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5D1CAEE8-4C10-44DF-B272-B2DE209B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844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22D19231-A98F-499A-AE65-C867785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21EDECE1-9A37-4340-A3E7-E7378DFE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43EE29AC-6CC3-4BB4-A101-1A00BE24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FE7955D0-4DED-4216-8E96-F381509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EA62C507-E655-4D1F-8F1C-B2CB4A7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Hero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8008F4E3-BBAC-4E6F-A315-14A493D4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96B5A16E-062B-416B-B6CD-677FFC08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fae743b8141a2">
            <a:extLst>
              <a:ext uri="{96DAC541-7B7A-43D3-8B79-37D633B846F1}">
                <asvg:svgBlip xmlns:asvg="http://schemas.microsoft.com/office/drawing/2016/SVG/main" r:embed="R0487d28891ca4f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220B3197-3866-4C9D-87D3-6E2CA44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337115B7-4E90-4A7B-8B9B-CDE7988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31300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F7D9CE11-C2E5-4F78-A573-AB08FB93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What changes the conclusion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AC01AC5B-DB3D-43CC-948B-ED8E23D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C23B534D-00B2-4495-9394-E5250746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D14355EC-DB70-4D2E-A7E1-B0AD740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00B79CEF-AE44-43ED-84D4-A6B4DC95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6743F40C-3ABF-4C3A-B36D-1ECD5945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E51405C1-777F-4FFF-A04D-0D67B4DC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17086604-D558-4837-B2F7-A0F4E3A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Three result anchors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332EB0C9-7F57-4199-993F-26795455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FEDA9478-B3A0-41CB-9A4E-4AC88583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EAC07658-0CBE-42A6-8976-36FEE07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8691622D-5657-46AB-83EE-F0DE713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DC60CB66-C7A8-49E1-9BBE-FBA4446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A115AE9A-ACAA-4CDB-9F3A-6AF13043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8B44C"/>
                </a:solidFill>
              </a:defRPr>
            </a:pPr>
            <a:r>
              <a:rPr sz="4125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B5694E9A-8DBD-48AC-9D00-F7973720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83F12759-44E7-46B8-85F2-FEE45208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587E1F09-1CCA-4D19-A8B2-FC638A72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493c89f7c4de0">
            <a:extLst>
              <a:ext uri="{96DAC541-7B7A-43D3-8B79-37D633B846F1}">
                <asvg:svgBlip xmlns:asvg="http://schemas.microsoft.com/office/drawing/2016/SVG/main" r:embed="R00c510df6ac143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51BCB9A1-4642-4892-9FA4-BEED9355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348742DC-FD5D-4531-A3C6-0C9485A1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8767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F83EA9E4-844F-4C80-9313-C09ED9FD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Supporting result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362A8732-2A8A-486D-970A-BA7D0FF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ADB17304-B0C2-4186-9823-AAC77CAC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31b57b17449e5">
            <a:extLst>
              <a:ext uri="{96DAC541-7B7A-43D3-8B79-37D633B846F1}">
                <asvg:svgBlip xmlns:asvg="http://schemas.microsoft.com/office/drawing/2016/SVG/main" r:embed="R84dfc27300fb49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8F594B42-E4AB-47B8-8827-2A2DEA0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BEFA5E60-3738-4A80-BC67-0C1432E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6492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0D24C9A9-5437-4228-B964-045F0BC9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Why this result matters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50996343-9E20-435E-972B-EB10952B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64DF1F65-7A3B-40C3-8E10-86C9065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01A9B942-11ED-4C61-B5B2-71CA00CC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8CA12577-0BD1-43E4-A57D-E1C5AD82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860500"/>
            <a:ext cx="13058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642AC004-326D-4428-BD9F-BEBB662F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9C9CD8D-5CE1-4241-8CB4-53BB1C8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E8C3222-68BA-47CE-98B5-F17E567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1914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76850A2A-2F8E-4068-8F75-0982CA7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295941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8B44C"/>
                </a:solidFill>
              </a:defRPr>
            </a:pPr>
            <a:r>
              <a:rPr sz="1800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F2C072DB-BC95-48D4-AFF1-859D8D3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95941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>
                    <a:alpha val="38000"/>
                  </a:srgbClr>
                </a:solidFill>
              </a:defRPr>
            </a:pPr>
            <a:r>
              <a:rPr sz="1800" b="1">
                <a:solidFill>
                  <a:srgbClr val="FFFFFF">
                    <a:alpha val="38000"/>
                  </a:srgbClr>
                </a:solidFill>
              </a:rPr>
              <a:t>Made with PostEx™ · PX-BE7D26D2</a:t>
            </a:r>
          </a:p>
        </p:txBody>
      </p:sp>
    </p:spTree>
    <p:extLst>
      <p:ext uri="{BB962C8B-B14F-4D97-AF65-F5344CB8AC3E}">
        <p14:creationId xmlns:p14="http://schemas.microsoft.com/office/powerpoint/2010/main" val="1049443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2026-08-10T04:13:13.6640000Z</ns2:created>
  <ns2:modified xsi:type="dcterms:W3CDTF">2026-08-10T04:13:13.6650000Z</ns2:modified>
  <dc:description>{"PostExManifest": "postex-manifest.json", "PostExProjectId": "trusted-visual-a0", "PostExProvenanceMark": "present", "PostExSourceId": "PX-BE7D26D2", "PostExVersion": "0.4.0a1"}</dc:description>
  <cp:keywords>PostEx, trusted export, provenance</cp:keywords>
</cp:coreProperties>
</file>