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b484121644385" /><Relationship Type="http://schemas.openxmlformats.org/officeDocument/2006/relationships/extended-properties" Target="/docProps/app.xml" Id="R4e4624e271b04e5e" /><Relationship Type="http://schemas.openxmlformats.org/officeDocument/2006/relationships/officeDocument" Target="/ppt/presentation.xml" Id="R7c383cfc5bc3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a4db6aba2c4389"/>
  </p:sldMasterIdLst>
  <p:notesMasterIdLst>
    <p:notesMasterId xmlns:r="http://schemas.openxmlformats.org/officeDocument/2006/relationships" r:id="R35dbb502855e4dda"/>
  </p:notesMasterIdLst>
  <p:sldIdLst>
    <p:sldId xmlns:r="http://schemas.openxmlformats.org/officeDocument/2006/relationships" id="256" r:id="R00f5f482fc9049e4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4209fcfb774ec0" /><Relationship Type="http://schemas.openxmlformats.org/officeDocument/2006/relationships/slideMaster" Target="/ppt/slideMasters/slideMaster1.xml" Id="R79a4db6aba2c4389" /><Relationship Type="http://schemas.openxmlformats.org/officeDocument/2006/relationships/notesMaster" Target="/ppt/notesMasters/notesMaster1.xml" Id="R35dbb502855e4dda" /><Relationship Type="http://schemas.openxmlformats.org/officeDocument/2006/relationships/presProps" Target="/ppt/presProps.xml" Id="R00200c6e055048c4" /><Relationship Type="http://schemas.openxmlformats.org/officeDocument/2006/relationships/tableStyles" Target="/ppt/tableStyles.xml" Id="R6d47a27ff5bd4844" /><Relationship Type="http://schemas.openxmlformats.org/officeDocument/2006/relationships/slide" Target="/ppt/slides/slide1.xml" Id="R00f5f482fc9049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6896e144d40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87c3e72ae34d0e" /><Relationship Type="http://schemas.openxmlformats.org/officeDocument/2006/relationships/notesMaster" Target="/ppt/notesMasters/notesMaster1.xml" Id="R78b28a607d85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736dce36042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a30fd02caa4f0a" /><Relationship Type="http://schemas.openxmlformats.org/officeDocument/2006/relationships/slideLayout" Target="/ppt/slideLayouts/slideLayout1.xml" Id="R57442ea23ca2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442ea23ca2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323edbad94fc8" /><Relationship Type="http://schemas.openxmlformats.org/officeDocument/2006/relationships/image" Target="/ppt/media/image.png" Id="Rf8a909d9c6334f26" /><Relationship Type="http://schemas.openxmlformats.org/officeDocument/2006/relationships/image" Target="/ppt/media/image.svg" Id="Rd2b555d4a8524524" /><Relationship Type="http://schemas.openxmlformats.org/officeDocument/2006/relationships/image" Target="/ppt/media/image2.png" Id="Rcf4c4620a7f44e24" /><Relationship Type="http://schemas.openxmlformats.org/officeDocument/2006/relationships/image" Target="/ppt/media/image2.svg" Id="R0e028c5edf9442e0" /><Relationship Type="http://schemas.openxmlformats.org/officeDocument/2006/relationships/image" Target="/ppt/media/image3.png" Id="R15b469fd875d497b" /><Relationship Type="http://schemas.openxmlformats.org/officeDocument/2006/relationships/image" Target="/ppt/media/image3.svg" Id="Rfa8becf8fd8443c5" /><Relationship Type="http://schemas.openxmlformats.org/officeDocument/2006/relationships/image" Target="/ppt/media/image4.png" Id="R207f721c03ea4053" /><Relationship Type="http://schemas.openxmlformats.org/officeDocument/2006/relationships/image" Target="/ppt/media/image4.svg" Id="R6dae39481e754c6e" /><Relationship Type="http://schemas.openxmlformats.org/officeDocument/2006/relationships/notesSlide" Target="/ppt/notesSlides/notesSlide1.xml" Id="Re03cb2ea57c24c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048D060-4470-4EB4-B39F-5EE9EEEE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E6C144C1-ABDD-43D6-A998-49D22B1F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043AFBF2-830A-4C10-973A-B7AB33A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4B36F2D9-8996-44EC-816E-64DCA3A5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096DC3D8-FFEB-4241-96E0-FA7F7101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0441B2BB-0174-4D4E-AA73-AA6DE0DC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2F3BF03C-BDEC-4FF3-AD9C-06609D6F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78504A2E-9915-4CDB-B9D7-BB92E65B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E6538A5B-15D0-4355-96EA-35E2EC11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50AAB164-5038-415D-B147-EF1BE7E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30C8406C-EF49-4F0D-BB12-6027AD1D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8AE396A7-5C85-4E09-ACAE-EA5E7305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17C20654-0CD6-4307-BE4D-0E202398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ED102FBF-65BE-4781-82ED-6142A648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AE28408E-2FD2-4B43-962C-D8EC7601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B87A9235-DCEF-48F3-AEAF-9675953C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38CDDA3D-DB17-40D4-8F6F-FB481109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680E3B7F-CDFC-44C4-9D73-97BEA846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1B8196B0-26AF-4F7F-867C-64CFD3EA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8870B3D7-CDD5-44B0-899E-548FD33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5A669135-B3E7-4C38-B2CA-F94C5A60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23DC57CE-727F-450F-88EE-6316D17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10A6CCC5-6967-4B75-9464-BC952589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C97FE510-F1DB-45AD-BD3D-6B5C7B1B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1AA14C29-D27D-4CA9-B94C-4B17CC32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22C186EB-8036-4424-A898-57AAC971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8BF7DA49-65EA-4F68-8EC1-1CECB53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CCA48CD1-1EA6-4657-AA86-097C74A1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63000769-21F0-4E16-9EC1-509648EE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1602D84-50E1-4F2A-A2AA-D125B02F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638AB479-E355-47B5-AC09-B45438B8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2A24A6CC-CE5E-40F2-A153-10EC72FE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DC94307E-6632-4F77-813D-D863BF84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1129C1A4-0117-4D4E-9106-4615E45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2C129F91-14A6-4758-8632-4F1F206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5B96E7CF-A3A6-4F28-9C0C-FAA6FCA3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36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 b="1">
                <a:solidFill>
                  <a:srgbClr val="102A43"/>
                </a:solidFill>
              </a:defRPr>
            </a:pPr>
            <a:r>
              <a:rPr sz="2013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A6BD7719-6B39-48B2-9574-081FCA7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466474"/>
            <a:ext cx="7842877" cy="104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2548B0E0-B7C5-4A1E-A5D8-6042EB35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D6746070-FE4D-49D1-9D72-CFF0493E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4D9AF4F3-AB01-496F-AC8B-695F178C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23AE6696-BB0E-4DA4-B007-2FBDD695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909d9c6334f26">
            <a:extLst>
              <a:ext uri="{96DAC541-7B7A-43D3-8B79-37D633B846F1}">
                <asvg:svgBlip xmlns:asvg="http://schemas.microsoft.com/office/drawing/2016/SVG/main" r:embed="Rd2b555d4a85245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0F965955-2DAA-46C5-906E-395303C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3D7A2648-4809-4D9A-B2FE-F52C2EF4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EDF8E080-4FF1-400A-9EEE-02726654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F0FEDB50-329B-45FD-84C1-8CC17F46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7E1AE1C9-FF87-4D43-87FC-48EA5A60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03DEAAEF-2A3D-497E-B8EF-1467CB80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33554834-DC2C-4CE8-B9C6-DABFB10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530F420E-D4ED-46A6-A9AC-1B18081F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EA914D1D-67EC-479A-88AC-4A1C03D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c4620a7f44e24">
            <a:extLst>
              <a:ext uri="{96DAC541-7B7A-43D3-8B79-37D633B846F1}">
                <asvg:svgBlip xmlns:asvg="http://schemas.microsoft.com/office/drawing/2016/SVG/main" r:embed="R0e028c5edf9442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6B782EED-8FF5-4A80-95D7-B2FE2AD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BAFE808E-B3B7-4D27-A3FD-4238D0D4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609EF97E-44F5-4614-98FD-9D7E36BD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7C960694-44FE-4365-AE28-8F9D7BAC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6339B4F1-BDB2-4AD4-8048-9A3DD7BA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68DD9AF6-A583-4514-9F2D-01EE473C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3F4097EE-AE4B-44CC-8FF4-E53A4E29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3849F1B1-9156-4A90-BFBF-20E96A4C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99E86D47-FB66-4519-9035-7EEAC6C2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303C085B-E69E-4525-97A9-BF6597B2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9DD8E977-B71F-401A-9B71-CDF300A8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75CA2AC5-79EE-471D-B8DC-7E18DBA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9DBBFEE1-E4B5-4D78-BB03-95916D6D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C0B4AD12-086C-4A3A-B3B0-0C6B91E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0992DECC-1BCF-4FE1-AC36-3081E879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BB692F70-89A2-4D86-8F92-0A8B159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13" b="1">
                <a:solidFill>
                  <a:srgbClr val="E8B44C"/>
                </a:solidFill>
              </a:defRPr>
            </a:pPr>
            <a:r>
              <a:rPr sz="2913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1C64E531-FE94-4906-A1EA-67A45E9C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AF3C40E4-5555-4451-8958-20060106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EEBD7694-928C-4FC2-BE40-88F190E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469fd875d497b">
            <a:extLst>
              <a:ext uri="{96DAC541-7B7A-43D3-8B79-37D633B846F1}">
                <asvg:svgBlip xmlns:asvg="http://schemas.microsoft.com/office/drawing/2016/SVG/main" r:embed="Rfa8becf8fd8443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76279A2E-8DE5-44B3-8FAD-FF271D5B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CE5F52FE-0AF1-47A3-AA8C-C86FE773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33E717C9-C01E-40C1-9F97-7B09B904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867F71A4-251F-4F62-9A7D-459C31CC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448DB185-9B81-49D1-914A-467C736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f721c03ea4053">
            <a:extLst>
              <a:ext uri="{96DAC541-7B7A-43D3-8B79-37D633B846F1}">
                <asvg:svgBlip xmlns:asvg="http://schemas.microsoft.com/office/drawing/2016/SVG/main" r:embed="R6dae39481e754c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2F691028-6155-4EEE-BC4B-3526BC31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5738972B-E01B-4F90-A91C-1A96A890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F077379B-0E28-421C-9DE5-E63FD8C2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B23305AD-5E81-4366-8DC1-AFE001F5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513B04A7-01E9-4B68-911E-1EF845F0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16DDA4EC-9E25-4E8C-B9F7-FA2FA668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43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19" b="1">
                <a:solidFill>
                  <a:srgbClr val="102A43"/>
                </a:solidFill>
              </a:defRPr>
            </a:pPr>
            <a:r>
              <a:rPr sz="2119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792E4ACF-DC1F-4502-A359-9D9851B2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968802"/>
            <a:ext cx="9237616" cy="1062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2215F0A5-C3A5-4C5B-9B8B-0F075678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8A0147D-F6D0-4883-9B3F-10CA470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9BB1F1A-A42C-466D-818C-3CD7CA85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65A1657A-9F49-4451-85D8-E918C7E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11C9AB6A-3A3D-4B70-90AF-3D1FCF01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PX-B3A6674F</a:t>
            </a:r>
          </a:p>
        </p:txBody>
      </p:sp>
    </p:spTree>
    <p:extLst>
      <p:ext uri="{BB962C8B-B14F-4D97-AF65-F5344CB8AC3E}">
        <p14:creationId xmlns:p14="http://schemas.microsoft.com/office/powerpoint/2010/main" val="1945024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2026-08-10T04:13:30.8750000Z</ns2:created>
  <ns2:modified xsi:type="dcterms:W3CDTF">2026-08-10T04:13:30.8750000Z</ns2:modified>
  <dc:description>{"PostExManifest": "postex-manifest.json", "PostExProjectId": "trusted-visual-a1", "PostExProvenanceMark": "present", "PostExSourceId": "PX-B3A6674F", "PostExVersion": "0.4.0a1"}</dc:description>
  <cp:keywords>PostEx, trusted export, provenance</cp:keywords>
</cp:coreProperties>
</file>