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0a4ea622e4317" /><Relationship Type="http://schemas.openxmlformats.org/officeDocument/2006/relationships/extended-properties" Target="/docProps/app.xml" Id="Rbc75d0d7f1aa4dcc" /><Relationship Type="http://schemas.openxmlformats.org/officeDocument/2006/relationships/officeDocument" Target="/ppt/presentation.xml" Id="R5e19142b28604d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5d940a8e04e7c"/>
  </p:sldMasterIdLst>
  <p:notesMasterIdLst>
    <p:notesMasterId xmlns:r="http://schemas.openxmlformats.org/officeDocument/2006/relationships" r:id="R38233c0077c144aa"/>
  </p:notesMasterIdLst>
  <p:sldIdLst>
    <p:sldId xmlns:r="http://schemas.openxmlformats.org/officeDocument/2006/relationships" id="256" r:id="R7bc692f0cb9644e4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ae03c8ef24695" /><Relationship Type="http://schemas.openxmlformats.org/officeDocument/2006/relationships/slideMaster" Target="/ppt/slideMasters/slideMaster1.xml" Id="Raaa5d940a8e04e7c" /><Relationship Type="http://schemas.openxmlformats.org/officeDocument/2006/relationships/notesMaster" Target="/ppt/notesMasters/notesMaster1.xml" Id="R38233c0077c144aa" /><Relationship Type="http://schemas.openxmlformats.org/officeDocument/2006/relationships/presProps" Target="/ppt/presProps.xml" Id="R79051ff41f0143c3" /><Relationship Type="http://schemas.openxmlformats.org/officeDocument/2006/relationships/tableStyles" Target="/ppt/tableStyles.xml" Id="R920aa3b310a2476b" /><Relationship Type="http://schemas.openxmlformats.org/officeDocument/2006/relationships/slide" Target="/ppt/slides/slide1.xml" Id="R7bc692f0cb9644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cc289cd55c40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2757ad21c4409" /><Relationship Type="http://schemas.openxmlformats.org/officeDocument/2006/relationships/notesMaster" Target="/ppt/notesMasters/notesMaster1.xml" Id="Rb438623d07f548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3b88e8908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a4bcdc82347c4" /><Relationship Type="http://schemas.openxmlformats.org/officeDocument/2006/relationships/slideLayout" Target="/ppt/slideLayouts/slideLayout1.xml" Id="R0d56d569c5d04c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6d569c5d04c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4c1f3c9644d9e" /><Relationship Type="http://schemas.openxmlformats.org/officeDocument/2006/relationships/image" Target="/ppt/media/image.png" Id="Reeff64f9cd6e4286" /><Relationship Type="http://schemas.openxmlformats.org/officeDocument/2006/relationships/image" Target="/ppt/media/image.svg" Id="Re3d92ecf4de24c04" /><Relationship Type="http://schemas.openxmlformats.org/officeDocument/2006/relationships/image" Target="/ppt/media/image2.png" Id="R905aad47733e4eba" /><Relationship Type="http://schemas.openxmlformats.org/officeDocument/2006/relationships/image" Target="/ppt/media/image2.svg" Id="Ra2baacda0d154bee" /><Relationship Type="http://schemas.openxmlformats.org/officeDocument/2006/relationships/image" Target="/ppt/media/image3.png" Id="Re42105ec2074428d" /><Relationship Type="http://schemas.openxmlformats.org/officeDocument/2006/relationships/image" Target="/ppt/media/image3.svg" Id="R31761ba67f414733" /><Relationship Type="http://schemas.openxmlformats.org/officeDocument/2006/relationships/image" Target="/ppt/media/image4.png" Id="R44a842083c1b4c60" /><Relationship Type="http://schemas.openxmlformats.org/officeDocument/2006/relationships/image" Target="/ppt/media/image4.svg" Id="Rf3b9a5abb1644099" /><Relationship Type="http://schemas.openxmlformats.org/officeDocument/2006/relationships/notesSlide" Target="/ppt/notesSlides/notesSlide1.xml" Id="R84fd654f5af746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671FEAE-0DAC-401B-9142-FD18700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D1D1EDF-7252-43FF-B8F1-4543DCCD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2BA3B2FD-1F38-46C2-B8E8-DE6189CC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0C16F377-013D-47AD-B35D-54C6A31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3131A44B-400B-42C1-8E09-2559BD6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8FA"/>
                </a:solidFill>
              </a:defRPr>
            </a:pPr>
            <a:r>
              <a:rPr sz="2230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3830A5BD-4427-4ED0-AD98-C9F66BA0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8B44C"/>
                </a:solidFill>
              </a:defRPr>
            </a:pPr>
            <a:r>
              <a:rPr sz="1999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3ACB0766-B5E9-4BB6-A096-FE45B19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9E4A2059-B6C5-428E-A775-536CB163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0F5F73"/>
                </a:solidFill>
              </a:defRPr>
            </a:pPr>
            <a:r>
              <a:rPr sz="2076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39653150-3E04-47D7-BA36-3A94FD1F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98E57C63-9E92-465F-B23D-9E17304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7770FD96-0415-4E29-9FB9-5DDEAA3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8500BD9C-6C45-4994-B65F-CF4371D4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ADCC7FCB-2992-4C7A-8F85-2389E21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F5136E7C-80E2-4BAC-B907-E31F62E8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9029D68E-387F-49D5-A0AA-5DB5243F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188DBAD-5810-4671-9FCA-287D3B4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One-sentence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3AE255A-AC64-4EEC-ADDB-51FC59A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3F912888-EEC3-466D-BC4D-C8C4B7E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27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9F71B4B6-2040-4CA1-9ECD-DB8FE01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E3E1A702-670D-45CC-8D85-3EE9FC4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Methods at a glance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616A87C7-BDC1-4501-B7EE-08C88EC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CB5DD47D-4573-44D2-B4AC-5D8C4F06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FCE1035B-AFFE-4C53-979C-A95DAC28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2D42434F-5555-4FA9-9A31-C62B549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C4C628FA-1726-4407-B08E-D25BF7C4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8505ED70-00DA-41A4-8480-6DBC537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CB9D62FC-9ECF-41DB-9F12-736C7612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4FCD538A-059E-4C57-ABDB-26D7D713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B06939BF-5342-4ECA-86D1-C2F50D5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D16EE2E-C37D-499E-98C9-16D172C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7A9DC80D-4D83-4B80-B667-F94F8859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443B8D3C-0D2B-4BEB-A36A-0056F8AE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6F2EC7CD-B19E-422D-A73A-64278F7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05A92007-5E79-438D-A1B4-4729527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F163F8C4-68C9-4EC4-8636-0A46F89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0F5F73"/>
                </a:solidFill>
              </a:defRPr>
            </a:pPr>
            <a:r>
              <a:rPr sz="2230" b="1">
                <a:solidFill>
                  <a:srgbClr val="0F5F73"/>
                </a:solidFill>
              </a:rPr>
              <a:t>ESSENTIAL CONTEXT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A9AB760C-19AD-4033-B3D5-B836F61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559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E6103747-3280-4C70-9B70-2A18B80E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6112309"/>
            <a:ext cx="11368348" cy="160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AAD99E58-39D2-406F-B07B-116D12F3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FE82497B-2F1F-4A42-8E94-CB8B60A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How the result was produced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B9C232E7-B451-4F14-AAA8-CE9C52B0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1BCE6F9B-F575-49DE-9905-5C6F8858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f64f9cd6e4286">
            <a:extLst>
              <a:ext uri="{96DAC541-7B7A-43D3-8B79-37D633B846F1}">
                <asvg:svgBlip xmlns:asvg="http://schemas.microsoft.com/office/drawing/2016/SVG/main" r:embed="Re3d92ecf4de24c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B3124522-FBFA-4EFD-9E9A-442BC2D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A0351A95-A356-4EEF-97A2-B350FA7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205402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29FB171B-9C09-47FE-B011-6A87FCF4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441C1FAA-F9BC-4247-88F3-6E8C60FB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102A43"/>
                </a:solidFill>
              </a:defRPr>
            </a:pPr>
            <a:r>
              <a:rPr sz="4230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D3B1ED14-8973-4A68-9877-EE2F6D3E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102A43"/>
                </a:solidFill>
              </a:defRPr>
            </a:pPr>
            <a:r>
              <a:rPr sz="2461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CCA6882A-807E-4FD8-B136-95A441A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DA587C22-22F9-4A53-92C2-051BC795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Hero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67F51197-AD41-4904-A838-7C4BEA5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AA90F65C-7BC3-4B93-BCD4-9BB75B7C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aad47733e4eba">
            <a:extLst>
              <a:ext uri="{96DAC541-7B7A-43D3-8B79-37D633B846F1}">
                <asvg:svgBlip xmlns:asvg="http://schemas.microsoft.com/office/drawing/2016/SVG/main" r:embed="Ra2baacda0d154b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BBE3F059-E676-4527-8B2F-8D5C4A9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ADA2A6ED-8DFA-4CEA-AE0C-39045F15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33555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50F356C9-5BD5-43DD-9ADD-9112EDE3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What changes the conclusion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32BC4B41-3645-4002-941A-C067BF54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5114ABF4-CC67-435E-982C-CD3A7BAC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42E86B97-5F62-43E3-8F66-21096B82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F1A0A9B8-75BD-4DD0-A2B6-80866755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A710F2D4-8613-4CA0-8FC8-E2002BE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F58F0C57-D1A7-4255-B65A-08F6F6A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FE28EE75-5527-437D-91AE-DBFE5F3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Three result anchors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B50B6D8B-DE4E-40B4-AA9E-9970A779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D928E1BA-C7AC-426D-AAE1-F6AFDDE5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B96127A9-8DFA-4957-A565-60C15D1E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8A49F284-48B4-46C2-9B1F-24E976B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3B45DF98-D32D-463E-BA20-FDDCE285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251858F8-702C-4E2A-9F71-DD52633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30" b="1">
                <a:solidFill>
                  <a:srgbClr val="E8B44C"/>
                </a:solidFill>
              </a:defRPr>
            </a:pPr>
            <a:r>
              <a:rPr sz="4230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8DCAEAFA-52BF-4A38-8568-28BC77D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46FEE14E-3291-4498-B458-0BDB538C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CFF32059-2015-4FEE-841B-9EF868A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105ec2074428d">
            <a:extLst>
              <a:ext uri="{96DAC541-7B7A-43D3-8B79-37D633B846F1}">
                <asvg:svgBlip xmlns:asvg="http://schemas.microsoft.com/office/drawing/2016/SVG/main" r:embed="R31761ba67f4147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15990E04-01CB-4730-A31E-52DACDD7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723EC7DA-5620-4575-BFF8-D26949CC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54610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C42BE26E-ECAC-4146-ACEE-73B187E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Supporting result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EA8BCCB3-DBBE-4EAE-B52A-6C90A834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55EB1E77-F9A7-4151-B14E-977CCA0A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842083c1b4c60">
            <a:extLst>
              <a:ext uri="{96DAC541-7B7A-43D3-8B79-37D633B846F1}">
                <asvg:svgBlip xmlns:asvg="http://schemas.microsoft.com/office/drawing/2016/SVG/main" r:embed="Rf3b9a5abb16440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2F47199E-C99E-4A08-A77C-B503F5CE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17A9535C-B82A-4AE0-9B91-385542B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70519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ABBE5C09-2D6B-40EC-B86A-36ADB0D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Why this result matters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62329620-1F1D-4CA1-8A72-DF0E18C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5C997960-124E-4974-B6C7-9849A1F1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D951BD24-1516-4B20-A322-0766D12F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662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6" b="1">
                <a:solidFill>
                  <a:srgbClr val="102A43"/>
                </a:solidFill>
              </a:defRPr>
            </a:pPr>
            <a:r>
              <a:rPr sz="3076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56991CD1-3FAE-4E6E-8250-042E1FB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9200971"/>
            <a:ext cx="13390039" cy="1636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E351659A-5F64-4F0D-9316-79FD3628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5AE727B-E4CD-45DA-8E80-15E52B40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6FAD4C6-2B73-4C81-AC6F-80CC5FB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1963091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DA4EBD06-7488-4ECF-A9BF-C3BF9AD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1236" y="32172843"/>
            <a:ext cx="888762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E8B44C"/>
                </a:solidFill>
              </a:defRPr>
            </a:pPr>
            <a:r>
              <a:rPr sz="1846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EA55CA04-79E8-43D5-ACAF-F28E967E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858" y="32172843"/>
            <a:ext cx="11426948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FFFFFF">
                    <a:alpha val="38000"/>
                  </a:srgbClr>
                </a:solidFill>
              </a:defRPr>
            </a:pPr>
            <a:r>
              <a:rPr sz="1846" b="1">
                <a:solidFill>
                  <a:srgbClr val="FFFFFF">
                    <a:alpha val="38000"/>
                  </a:srgbClr>
                </a:solidFill>
              </a:rPr>
              <a:t>Made with PostEx™ · PX-7C0051C9</a:t>
            </a:r>
          </a:p>
        </p:txBody>
      </p:sp>
    </p:spTree>
    <p:extLst>
      <p:ext uri="{BB962C8B-B14F-4D97-AF65-F5344CB8AC3E}">
        <p14:creationId xmlns:p14="http://schemas.microsoft.com/office/powerpoint/2010/main" val="431313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2026-08-10T04:13:48.1890000Z</ns2:created>
  <ns2:modified xsi:type="dcterms:W3CDTF">2026-08-10T04:13:48.1900000Z</ns2:modified>
  <dc:description>{"PostExManifest": "postex-manifest.json", "PostExProjectId": "trusted-visual-36x48", "PostExProvenanceMark": "present", "PostExSourceId": "PX-7C0051C9", "PostExVersion": "0.4.0a1"}</dc:description>
  <cp:keywords>PostEx, trusted export, provenance</cp:keywords>
</cp:coreProperties>
</file>