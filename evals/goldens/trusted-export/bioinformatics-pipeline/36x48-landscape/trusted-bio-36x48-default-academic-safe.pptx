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41da151664839" /><Relationship Type="http://schemas.openxmlformats.org/officeDocument/2006/relationships/extended-properties" Target="/docProps/app.xml" Id="R1633834deece4c12" /><Relationship Type="http://schemas.openxmlformats.org/officeDocument/2006/relationships/officeDocument" Target="/ppt/presentation.xml" Id="Rb018ef9d3078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32ccf07b04268"/>
  </p:sldMasterIdLst>
  <p:notesMasterIdLst>
    <p:notesMasterId xmlns:r="http://schemas.openxmlformats.org/officeDocument/2006/relationships" r:id="R07334915b73a4c73"/>
  </p:notesMasterIdLst>
  <p:sldIdLst>
    <p:sldId xmlns:r="http://schemas.openxmlformats.org/officeDocument/2006/relationships" id="256" r:id="R88be25a0432e405c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0b6d9171b94208" /><Relationship Type="http://schemas.openxmlformats.org/officeDocument/2006/relationships/slideMaster" Target="/ppt/slideMasters/slideMaster1.xml" Id="Ra8432ccf07b04268" /><Relationship Type="http://schemas.openxmlformats.org/officeDocument/2006/relationships/notesMaster" Target="/ppt/notesMasters/notesMaster1.xml" Id="R07334915b73a4c73" /><Relationship Type="http://schemas.openxmlformats.org/officeDocument/2006/relationships/presProps" Target="/ppt/presProps.xml" Id="Rba68f9880c5b4d5a" /><Relationship Type="http://schemas.openxmlformats.org/officeDocument/2006/relationships/tableStyles" Target="/ppt/tableStyles.xml" Id="Ra1993dda9475428f" /><Relationship Type="http://schemas.openxmlformats.org/officeDocument/2006/relationships/slide" Target="/ppt/slides/slide1.xml" Id="R88be25a0432e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f934f75174d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ff92562cd4885" /><Relationship Type="http://schemas.openxmlformats.org/officeDocument/2006/relationships/notesMaster" Target="/ppt/notesMasters/notesMaster1.xml" Id="R43abcdf62c284d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e93e4d40e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cbe3e5411c4bf7" /><Relationship Type="http://schemas.openxmlformats.org/officeDocument/2006/relationships/slideLayout" Target="/ppt/slideLayouts/slideLayout1.xml" Id="R835cd63921f7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cd63921f7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8979325104cf0" /><Relationship Type="http://schemas.openxmlformats.org/officeDocument/2006/relationships/image" Target="/ppt/media/image.png" Id="Rfbdca6e219c449b7" /><Relationship Type="http://schemas.openxmlformats.org/officeDocument/2006/relationships/image" Target="/ppt/media/image.svg" Id="R01803961b8124c65" /><Relationship Type="http://schemas.openxmlformats.org/officeDocument/2006/relationships/image" Target="/ppt/media/image2.png" Id="R524d6baa343c4a64" /><Relationship Type="http://schemas.openxmlformats.org/officeDocument/2006/relationships/image" Target="/ppt/media/image2.svg" Id="R217fb764383b4967" /><Relationship Type="http://schemas.openxmlformats.org/officeDocument/2006/relationships/image" Target="/ppt/media/image3.png" Id="R7dc268a96503430e" /><Relationship Type="http://schemas.openxmlformats.org/officeDocument/2006/relationships/image" Target="/ppt/media/image3.svg" Id="R6bbbd20a08d8483f" /><Relationship Type="http://schemas.openxmlformats.org/officeDocument/2006/relationships/image" Target="/ppt/media/image4.png" Id="R3f5af08bd73941dd" /><Relationship Type="http://schemas.openxmlformats.org/officeDocument/2006/relationships/image" Target="/ppt/media/image4.svg" Id="Rebf0a6ae25b94485" /><Relationship Type="http://schemas.openxmlformats.org/officeDocument/2006/relationships/notesSlide" Target="/ppt/notesSlides/notesSlide1.xml" Id="R796a2398f4a2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0E472AA-1203-4A4D-9DAA-24D1231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9EE83DB-7F58-4FB8-80AD-A094632F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4D777F61-5624-4ECA-974D-81BC456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CD0F0D66-6435-4A22-97B7-C2FC853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F40D918B-B59A-454D-9FFA-2D405355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B6F39DB9-FD97-492F-86B8-C07AEEC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6CBFA1F7-9CC4-4A05-9B35-7CEFC062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BBB97383-E78F-4480-A3B8-DC579D9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12E7143F-60D2-4509-BA3E-E9B16DBC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91DC2806-FFFC-4948-9130-8F8AC78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C5A4AE5F-46B4-4252-98D9-2590C4BD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E27588DF-4635-4A19-BD7D-6D1D1EFC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8F3504D6-6C0B-4AAE-95FF-2B7EB0B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AA97F7CF-52BC-4384-A7DE-8312F32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442E483A-5467-4062-82B3-4B1850A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93A5C20-45E3-4BD7-8C17-1659EB2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Communication test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7B0B6A6-3D07-4D82-AEBA-A93E8044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20EDE91B-A7C4-4D0A-8E1E-D2E57D89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27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A3003480-DD12-44FB-8ACC-C7F99CC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1238A5E4-65BE-478C-8585-050CDE0A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Deterministic workflow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55343A82-B103-438D-B146-A92D3C73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32CADFB1-9997-4770-B210-5639792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4F060DA2-0D4B-44A4-AD63-BF5C97A4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278B1E78-85EC-4157-A604-6757848F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2652EF9D-3C76-4391-AA20-6BA9E6F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18078A9C-C2A4-4064-A7E3-15596F6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AE9ED28C-B2EA-4669-91FF-9BA0B22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E2AADFD2-3691-4772-A4AD-9EDB1950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3A405A6D-DA07-4856-895B-2F9DDA9B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FED73D3E-3FA8-42A8-AE35-46AC121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4BC7055E-622C-4A1A-8988-ACCCCC21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6B4F0218-2045-4519-9861-EDF854BF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99550D8E-15E7-47F2-8CA3-89F1F7F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21CD81DD-DAC5-451B-BD39-6A523A3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2E3CD388-AE4B-463C-93D7-75A1C2C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FOUR SYNTHETIC COHORTS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3343344B-6851-4CE9-93A0-890BFD1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55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BBEAF59B-686A-4CC7-8C03-9DA10670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6112309"/>
            <a:ext cx="11368348" cy="160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C5F7F77-EBAF-481A-A52E-C4EAF36F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6FD0E000-F273-4C84-B828-DC4C2D89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Generation to validation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BDBFE9DE-9E4A-40F4-B1EF-6C6470B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F44D8621-E223-4183-AB00-84586E2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ca6e219c449b7">
            <a:extLst>
              <a:ext uri="{96DAC541-7B7A-43D3-8B79-37D633B846F1}">
                <asvg:svgBlip xmlns:asvg="http://schemas.microsoft.com/office/drawing/2016/SVG/main" r:embed="R01803961b812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E088321B-D664-48D5-9C82-E4A9B42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E0805A64-D999-4BF8-9F5C-E5B73A5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205402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81A5C783-9350-413A-BC1A-03F0DA7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63EACA92-0B89-4C5B-85D7-1A09914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A4BA6B8-74C7-4A35-B0F2-83D7A6B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55219EDD-D0FF-47A1-8B5F-F162DFA0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C85316A9-3539-4BD4-9F8D-7FEEC9A9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Discrimination across shifts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4BE5580E-412C-41CC-9515-2818BEEB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2850422F-78D7-4464-A421-1527FD99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d6baa343c4a64">
            <a:extLst>
              <a:ext uri="{96DAC541-7B7A-43D3-8B79-37D633B846F1}">
                <asvg:svgBlip xmlns:asvg="http://schemas.microsoft.com/office/drawing/2016/SVG/main" r:embed="R217fb764383b49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BDDD2337-9A6F-4768-96D2-D6EEB731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6A30E537-BC39-4C14-B288-2331F6D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33555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F770A173-1CB8-4D7D-B00C-7F52AD5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Calibration and stress boundary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BECEA50D-BAC6-41F8-925A-DF80A25F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1DC6FC59-FB82-4641-914A-75A9535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CB5AEEEA-1A94-4B6E-90B9-3652943D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EF7DCB48-440A-41B3-A57B-0CF4784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A9EB9F1E-8499-4ADB-950A-2529881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D7A163AF-0F76-4FB0-A90A-46BA177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4800E007-8698-439E-A2D4-4C648EE2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Calibration &amp; stability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B236AF01-C743-4084-9289-A969565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FD5C54A7-CF06-4107-A44C-87BBC4A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A6FD3976-6F54-450C-83DB-AEAF3B09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4DB4C503-511D-4569-81DE-26B0465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39CE6672-69F8-49B4-9A1C-CDD535E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EA5F2446-8DBE-4B7A-AC22-8C3D17F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30" b="1">
                <a:solidFill>
                  <a:srgbClr val="E8B44C"/>
                </a:solidFill>
              </a:defRPr>
            </a:pPr>
            <a:r>
              <a:rPr sz="4230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F96CB69B-28B0-4AF4-A37B-0F063CE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D45ED619-814E-4F23-ADD9-B74E68A9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BDC38415-084A-4C35-97D0-205E25D0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268a96503430e">
            <a:extLst>
              <a:ext uri="{96DAC541-7B7A-43D3-8B79-37D633B846F1}">
                <asvg:svgBlip xmlns:asvg="http://schemas.microsoft.com/office/drawing/2016/SVG/main" r:embed="R6bbbd20a08d848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F227A73B-FDF1-4442-8422-868FBC03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575ED28A-84C9-4C98-A776-D068282E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54610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9586FAC-00B3-466E-B13F-EECCF21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Pre-specified stress test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2DEAEF79-1C35-44BF-8E04-A28F477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793D2D85-325D-42A1-8C4C-DD330B9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af08bd73941dd">
            <a:extLst>
              <a:ext uri="{96DAC541-7B7A-43D3-8B79-37D633B846F1}">
                <asvg:svgBlip xmlns:asvg="http://schemas.microsoft.com/office/drawing/2016/SVG/main" r:embed="Rebf0a6ae25b944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519B3428-BDFB-4EC4-94D6-2D42B6C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D95748E1-B3BE-4367-A6A8-9BF8E11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70519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18E0BFF3-DF1F-49BB-8315-454B96F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Supported conclusion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E5928A37-F7DD-4A25-8B55-679E641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4236415C-BF88-4BFF-B20C-33948F7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05B2621A-3EEC-4196-B5F7-D359692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662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6" b="1">
                <a:solidFill>
                  <a:srgbClr val="102A43"/>
                </a:solidFill>
              </a:defRPr>
            </a:pPr>
            <a:r>
              <a:rPr sz="3076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B13A17B4-527A-4FA0-8565-26F18009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9200971"/>
            <a:ext cx="13390039" cy="1636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471917A-03FF-4F1C-83D5-9791708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15998F2-A0D8-49E6-9155-2CEC9C2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348378F-EAD1-4CB8-86D5-718CCB45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1963091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650E4931-769F-4859-BBA3-6F2CAA96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1236" y="32172843"/>
            <a:ext cx="888762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E8B44C"/>
                </a:solidFill>
              </a:defRPr>
            </a:pPr>
            <a:r>
              <a:rPr sz="1846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8E632CAA-E6CC-4258-BD9E-F9792B9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858" y="32172843"/>
            <a:ext cx="11426948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FFFFFF">
                    <a:alpha val="38000"/>
                  </a:srgbClr>
                </a:solidFill>
              </a:defRPr>
            </a:pPr>
            <a:r>
              <a:rPr sz="1846" b="1">
                <a:solidFill>
                  <a:srgbClr val="FFFFFF">
                    <a:alpha val="38000"/>
                  </a:srgbClr>
                </a:solidFill>
              </a:rPr>
              <a:t>Made with PostEx™ · PX-5486FBE1</a:t>
            </a:r>
          </a:p>
        </p:txBody>
      </p:sp>
    </p:spTree>
    <p:extLst>
      <p:ext uri="{BB962C8B-B14F-4D97-AF65-F5344CB8AC3E}">
        <p14:creationId xmlns:p14="http://schemas.microsoft.com/office/powerpoint/2010/main" val="995457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2026-08-10T04:11:55.9620000Z</ns2:created>
  <ns2:modified xsi:type="dcterms:W3CDTF">2026-08-10T04:11:55.9620000Z</ns2:modified>
  <dc:description>{"PostExManifest": "postex-manifest.json", "PostExProjectId": "trusted-bio-36x48", "PostExProvenanceMark": "present", "PostExSourceId": "PX-5486FBE1", "PostExVersion": "0.4.0a1"}</dc:description>
  <cp:keywords>PostEx, trusted export, provenance</cp:keywords>
</cp:coreProperties>
</file>